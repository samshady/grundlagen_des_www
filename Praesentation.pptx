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10858320" y="142920"/>
            <a:ext cx="952200" cy="5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5714640" y="3571560"/>
            <a:ext cx="762480" cy="29160"/>
          </a:xfrm>
          <a:custGeom>
            <a:avLst/>
            <a:gdLst/>
            <a:ahLst/>
            <a:rect l="0" t="0" r="r" b="b"/>
            <a:pathLst>
              <a:path w="2118" h="81">
                <a:moveTo>
                  <a:pt x="0" y="0"/>
                </a:moveTo>
                <a:lnTo>
                  <a:pt x="2118" y="0"/>
                </a:lnTo>
                <a:lnTo>
                  <a:pt x="2118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"/>
          <p:cNvPicPr/>
          <p:nvPr/>
        </p:nvPicPr>
        <p:blipFill>
          <a:blip r:embed="rId2"/>
          <a:stretch/>
        </p:blipFill>
        <p:spPr>
          <a:xfrm>
            <a:off x="1962000" y="2143080"/>
            <a:ext cx="761760" cy="79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"/>
          <p:cNvSpPr txBox="1"/>
          <p:nvPr/>
        </p:nvSpPr>
        <p:spPr>
          <a:xfrm>
            <a:off x="2916000" y="2026800"/>
            <a:ext cx="7500600" cy="829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780" b="1" u="none" strike="noStrike">
                <a:solidFill>
                  <a:srgbClr val="9FBF47"/>
                </a:solidFill>
                <a:effectLst/>
                <a:uFillTx/>
                <a:latin typeface="NotoSans-Semi"/>
                <a:ea typeface="NotoSans-Semi"/>
              </a:rPr>
              <a:t>Smart Wardrobe Planner</a:t>
            </a:r>
            <a:endParaRPr lang="en-US" sz="47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3097440"/>
            <a:ext cx="4912560" cy="30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40" b="1" u="none" strike="noStrike">
                <a:solidFill>
                  <a:srgbClr val="295A97"/>
                </a:solidFill>
                <a:effectLst/>
                <a:uFillTx/>
                <a:latin typeface="NotoSans-Semi"/>
                <a:ea typeface="NotoSans-Semi"/>
              </a:rPr>
              <a:t>Digitaler Kleiderschrank &amp; Outﬁt-Bewertung</a:t>
            </a:r>
            <a:endParaRPr lang="en-US" sz="1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3755880"/>
            <a:ext cx="28998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Doaa Al-Shoumi &amp; Sameer Rana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4181040"/>
            <a:ext cx="30542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28781"/>
                </a:solidFill>
                <a:effectLst/>
                <a:uFillTx/>
                <a:latin typeface="NotoSans"/>
                <a:ea typeface="NotoSans"/>
              </a:rPr>
              <a:t>Grundlagen des World Wide Web · SS 2026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4409640"/>
            <a:ext cx="274716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28781"/>
                </a:solidFill>
                <a:effectLst/>
                <a:uFillTx/>
                <a:latin typeface="NotoSans"/>
                <a:ea typeface="NotoSans"/>
              </a:rPr>
              <a:t>Betreuer: PD Dr. Alexander Hinneburg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285840" y="197640"/>
            <a:ext cx="2560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Martin-Luther-Universität Halle-Wittenberg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85840" y="6465240"/>
            <a:ext cx="17982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Grundlagen des WWW | SS-26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NotoSans"/>
                <a:ea typeface="NotoSans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" name=""/>
          <p:cNvPicPr/>
          <p:nvPr/>
        </p:nvPicPr>
        <p:blipFill>
          <a:blip r:embed="rId1"/>
          <a:stretch/>
        </p:blipFill>
        <p:spPr>
          <a:xfrm>
            <a:off x="10858320" y="142920"/>
            <a:ext cx="952200" cy="5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"/>
          <p:cNvSpPr/>
          <p:nvPr/>
        </p:nvSpPr>
        <p:spPr>
          <a:xfrm>
            <a:off x="771480" y="2209680"/>
            <a:ext cx="5258160" cy="1953000"/>
          </a:xfrm>
          <a:custGeom>
            <a:avLst/>
            <a:gdLst/>
            <a:ahLst/>
            <a:rect l="0" t="0" r="r" b="b"/>
            <a:pathLst>
              <a:path w="14606" h="5425">
                <a:moveTo>
                  <a:pt x="0" y="5266"/>
                </a:moveTo>
                <a:lnTo>
                  <a:pt x="0" y="159"/>
                </a:lnTo>
                <a:cubicBezTo>
                  <a:pt x="0" y="138"/>
                  <a:pt x="2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1" y="0"/>
                  <a:pt x="105" y="0"/>
                </a:cubicBezTo>
                <a:lnTo>
                  <a:pt x="14447" y="0"/>
                </a:lnTo>
                <a:cubicBezTo>
                  <a:pt x="14457" y="0"/>
                  <a:pt x="14468" y="1"/>
                  <a:pt x="14478" y="3"/>
                </a:cubicBezTo>
                <a:cubicBezTo>
                  <a:pt x="14488" y="5"/>
                  <a:pt x="14498" y="8"/>
                  <a:pt x="14508" y="12"/>
                </a:cubicBezTo>
                <a:cubicBezTo>
                  <a:pt x="14517" y="16"/>
                  <a:pt x="14526" y="21"/>
                  <a:pt x="14535" y="27"/>
                </a:cubicBezTo>
                <a:cubicBezTo>
                  <a:pt x="14544" y="32"/>
                  <a:pt x="14552" y="39"/>
                  <a:pt x="14559" y="46"/>
                </a:cubicBezTo>
                <a:cubicBezTo>
                  <a:pt x="14566" y="54"/>
                  <a:pt x="14573" y="62"/>
                  <a:pt x="14579" y="70"/>
                </a:cubicBezTo>
                <a:cubicBezTo>
                  <a:pt x="14585" y="79"/>
                  <a:pt x="14590" y="88"/>
                  <a:pt x="14594" y="98"/>
                </a:cubicBezTo>
                <a:cubicBezTo>
                  <a:pt x="14598" y="107"/>
                  <a:pt x="14601" y="117"/>
                  <a:pt x="14603" y="128"/>
                </a:cubicBezTo>
                <a:cubicBezTo>
                  <a:pt x="14605" y="138"/>
                  <a:pt x="14606" y="148"/>
                  <a:pt x="14606" y="159"/>
                </a:cubicBezTo>
                <a:lnTo>
                  <a:pt x="14606" y="5266"/>
                </a:lnTo>
                <a:cubicBezTo>
                  <a:pt x="14606" y="5276"/>
                  <a:pt x="14605" y="5287"/>
                  <a:pt x="14603" y="5297"/>
                </a:cubicBezTo>
                <a:cubicBezTo>
                  <a:pt x="14601" y="5307"/>
                  <a:pt x="14598" y="5317"/>
                  <a:pt x="14594" y="5327"/>
                </a:cubicBezTo>
                <a:cubicBezTo>
                  <a:pt x="14590" y="5336"/>
                  <a:pt x="14585" y="5346"/>
                  <a:pt x="14579" y="5354"/>
                </a:cubicBezTo>
                <a:cubicBezTo>
                  <a:pt x="14573" y="5363"/>
                  <a:pt x="14566" y="5371"/>
                  <a:pt x="14559" y="5378"/>
                </a:cubicBezTo>
                <a:cubicBezTo>
                  <a:pt x="14552" y="5386"/>
                  <a:pt x="14544" y="5392"/>
                  <a:pt x="14535" y="5398"/>
                </a:cubicBezTo>
                <a:cubicBezTo>
                  <a:pt x="14526" y="5404"/>
                  <a:pt x="14517" y="5409"/>
                  <a:pt x="14508" y="5413"/>
                </a:cubicBezTo>
                <a:cubicBezTo>
                  <a:pt x="14498" y="5417"/>
                  <a:pt x="14488" y="5420"/>
                  <a:pt x="14478" y="5422"/>
                </a:cubicBezTo>
                <a:cubicBezTo>
                  <a:pt x="14468" y="5424"/>
                  <a:pt x="14457" y="5425"/>
                  <a:pt x="14447" y="5425"/>
                </a:cubicBezTo>
                <a:lnTo>
                  <a:pt x="105" y="5425"/>
                </a:lnTo>
                <a:cubicBezTo>
                  <a:pt x="91" y="5425"/>
                  <a:pt x="78" y="5421"/>
                  <a:pt x="65" y="5413"/>
                </a:cubicBezTo>
                <a:cubicBezTo>
                  <a:pt x="52" y="5405"/>
                  <a:pt x="41" y="5393"/>
                  <a:pt x="31" y="5378"/>
                </a:cubicBezTo>
                <a:cubicBezTo>
                  <a:pt x="21" y="5363"/>
                  <a:pt x="13" y="5346"/>
                  <a:pt x="8" y="5327"/>
                </a:cubicBezTo>
                <a:cubicBezTo>
                  <a:pt x="2" y="5307"/>
                  <a:pt x="0" y="5287"/>
                  <a:pt x="0" y="5266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752400" y="2209680"/>
            <a:ext cx="57240" cy="1953000"/>
          </a:xfrm>
          <a:custGeom>
            <a:avLst/>
            <a:gdLst/>
            <a:ahLst/>
            <a:rect l="0" t="0" r="r" b="b"/>
            <a:pathLst>
              <a:path w="159" h="5425">
                <a:moveTo>
                  <a:pt x="0" y="0"/>
                </a:moveTo>
                <a:lnTo>
                  <a:pt x="159" y="0"/>
                </a:lnTo>
                <a:lnTo>
                  <a:pt x="159" y="5425"/>
                </a:lnTo>
                <a:lnTo>
                  <a:pt x="0" y="5425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3261600" y="2388960"/>
            <a:ext cx="292680" cy="275400"/>
          </a:xfrm>
          <a:custGeom>
            <a:avLst/>
            <a:gdLst/>
            <a:ahLst/>
            <a:rect l="0" t="0" r="r" b="b"/>
            <a:pathLst>
              <a:path w="813" h="765">
                <a:moveTo>
                  <a:pt x="783" y="438"/>
                </a:moveTo>
                <a:cubicBezTo>
                  <a:pt x="786" y="499"/>
                  <a:pt x="758" y="558"/>
                  <a:pt x="708" y="594"/>
                </a:cubicBezTo>
                <a:lnTo>
                  <a:pt x="738" y="654"/>
                </a:lnTo>
                <a:cubicBezTo>
                  <a:pt x="748" y="672"/>
                  <a:pt x="749" y="693"/>
                  <a:pt x="741" y="712"/>
                </a:cubicBezTo>
                <a:cubicBezTo>
                  <a:pt x="733" y="731"/>
                  <a:pt x="718" y="745"/>
                  <a:pt x="699" y="752"/>
                </a:cubicBezTo>
                <a:lnTo>
                  <a:pt x="667" y="762"/>
                </a:lnTo>
                <a:cubicBezTo>
                  <a:pt x="654" y="766"/>
                  <a:pt x="641" y="766"/>
                  <a:pt x="627" y="762"/>
                </a:cubicBezTo>
                <a:cubicBezTo>
                  <a:pt x="613" y="758"/>
                  <a:pt x="602" y="751"/>
                  <a:pt x="594" y="740"/>
                </a:cubicBezTo>
                <a:lnTo>
                  <a:pt x="509" y="641"/>
                </a:lnTo>
                <a:cubicBezTo>
                  <a:pt x="474" y="635"/>
                  <a:pt x="441" y="619"/>
                  <a:pt x="413" y="596"/>
                </a:cubicBezTo>
                <a:cubicBezTo>
                  <a:pt x="393" y="602"/>
                  <a:pt x="373" y="605"/>
                  <a:pt x="353" y="605"/>
                </a:cubicBezTo>
                <a:cubicBezTo>
                  <a:pt x="318" y="605"/>
                  <a:pt x="283" y="594"/>
                  <a:pt x="253" y="574"/>
                </a:cubicBezTo>
                <a:cubicBezTo>
                  <a:pt x="232" y="580"/>
                  <a:pt x="210" y="583"/>
                  <a:pt x="189" y="582"/>
                </a:cubicBezTo>
                <a:cubicBezTo>
                  <a:pt x="157" y="583"/>
                  <a:pt x="126" y="576"/>
                  <a:pt x="97" y="565"/>
                </a:cubicBezTo>
                <a:cubicBezTo>
                  <a:pt x="83" y="558"/>
                  <a:pt x="70" y="550"/>
                  <a:pt x="59" y="540"/>
                </a:cubicBezTo>
                <a:cubicBezTo>
                  <a:pt x="47" y="531"/>
                  <a:pt x="37" y="519"/>
                  <a:pt x="28" y="507"/>
                </a:cubicBezTo>
                <a:cubicBezTo>
                  <a:pt x="20" y="494"/>
                  <a:pt x="13" y="480"/>
                  <a:pt x="9" y="466"/>
                </a:cubicBezTo>
                <a:cubicBezTo>
                  <a:pt x="4" y="451"/>
                  <a:pt x="1" y="437"/>
                  <a:pt x="1" y="421"/>
                </a:cubicBezTo>
                <a:cubicBezTo>
                  <a:pt x="-2" y="393"/>
                  <a:pt x="2" y="364"/>
                  <a:pt x="15" y="338"/>
                </a:cubicBezTo>
                <a:cubicBezTo>
                  <a:pt x="3" y="308"/>
                  <a:pt x="2" y="275"/>
                  <a:pt x="12" y="245"/>
                </a:cubicBezTo>
                <a:cubicBezTo>
                  <a:pt x="27" y="207"/>
                  <a:pt x="54" y="176"/>
                  <a:pt x="89" y="156"/>
                </a:cubicBezTo>
                <a:cubicBezTo>
                  <a:pt x="112" y="89"/>
                  <a:pt x="177" y="44"/>
                  <a:pt x="248" y="49"/>
                </a:cubicBezTo>
                <a:cubicBezTo>
                  <a:pt x="312" y="-11"/>
                  <a:pt x="409" y="-17"/>
                  <a:pt x="480" y="34"/>
                </a:cubicBezTo>
                <a:cubicBezTo>
                  <a:pt x="497" y="30"/>
                  <a:pt x="514" y="28"/>
                  <a:pt x="532" y="28"/>
                </a:cubicBezTo>
                <a:cubicBezTo>
                  <a:pt x="586" y="26"/>
                  <a:pt x="637" y="50"/>
                  <a:pt x="671" y="93"/>
                </a:cubicBezTo>
                <a:cubicBezTo>
                  <a:pt x="752" y="114"/>
                  <a:pt x="809" y="186"/>
                  <a:pt x="813" y="270"/>
                </a:cubicBezTo>
                <a:cubicBezTo>
                  <a:pt x="815" y="314"/>
                  <a:pt x="803" y="357"/>
                  <a:pt x="779" y="394"/>
                </a:cubicBezTo>
                <a:cubicBezTo>
                  <a:pt x="781" y="409"/>
                  <a:pt x="783" y="423"/>
                  <a:pt x="783" y="438"/>
                </a:cubicBezTo>
                <a:moveTo>
                  <a:pt x="584" y="382"/>
                </a:moveTo>
                <a:cubicBezTo>
                  <a:pt x="607" y="384"/>
                  <a:pt x="625" y="401"/>
                  <a:pt x="625" y="424"/>
                </a:cubicBezTo>
                <a:cubicBezTo>
                  <a:pt x="625" y="429"/>
                  <a:pt x="624" y="434"/>
                  <a:pt x="622" y="439"/>
                </a:cubicBezTo>
                <a:cubicBezTo>
                  <a:pt x="620" y="444"/>
                  <a:pt x="617" y="448"/>
                  <a:pt x="613" y="452"/>
                </a:cubicBezTo>
                <a:cubicBezTo>
                  <a:pt x="610" y="456"/>
                  <a:pt x="605" y="459"/>
                  <a:pt x="600" y="461"/>
                </a:cubicBezTo>
                <a:cubicBezTo>
                  <a:pt x="596" y="463"/>
                  <a:pt x="590" y="464"/>
                  <a:pt x="585" y="464"/>
                </a:cubicBezTo>
                <a:lnTo>
                  <a:pt x="560" y="464"/>
                </a:lnTo>
                <a:cubicBezTo>
                  <a:pt x="548" y="499"/>
                  <a:pt x="525" y="531"/>
                  <a:pt x="496" y="555"/>
                </a:cubicBezTo>
                <a:cubicBezTo>
                  <a:pt x="506" y="558"/>
                  <a:pt x="516" y="560"/>
                  <a:pt x="526" y="563"/>
                </a:cubicBezTo>
                <a:cubicBezTo>
                  <a:pt x="730" y="560"/>
                  <a:pt x="706" y="436"/>
                  <a:pt x="706" y="434"/>
                </a:cubicBezTo>
                <a:cubicBezTo>
                  <a:pt x="706" y="420"/>
                  <a:pt x="703" y="407"/>
                  <a:pt x="697" y="395"/>
                </a:cubicBezTo>
                <a:cubicBezTo>
                  <a:pt x="691" y="383"/>
                  <a:pt x="683" y="372"/>
                  <a:pt x="673" y="362"/>
                </a:cubicBezTo>
                <a:cubicBezTo>
                  <a:pt x="663" y="353"/>
                  <a:pt x="652" y="346"/>
                  <a:pt x="639" y="341"/>
                </a:cubicBezTo>
                <a:cubicBezTo>
                  <a:pt x="626" y="337"/>
                  <a:pt x="613" y="335"/>
                  <a:pt x="600" y="335"/>
                </a:cubicBezTo>
                <a:cubicBezTo>
                  <a:pt x="594" y="335"/>
                  <a:pt x="589" y="334"/>
                  <a:pt x="584" y="332"/>
                </a:cubicBezTo>
                <a:cubicBezTo>
                  <a:pt x="579" y="330"/>
                  <a:pt x="575" y="327"/>
                  <a:pt x="571" y="324"/>
                </a:cubicBezTo>
                <a:cubicBezTo>
                  <a:pt x="568" y="320"/>
                  <a:pt x="565" y="316"/>
                  <a:pt x="563" y="311"/>
                </a:cubicBezTo>
                <a:cubicBezTo>
                  <a:pt x="561" y="306"/>
                  <a:pt x="560" y="301"/>
                  <a:pt x="560" y="295"/>
                </a:cubicBezTo>
                <a:cubicBezTo>
                  <a:pt x="560" y="290"/>
                  <a:pt x="561" y="285"/>
                  <a:pt x="563" y="280"/>
                </a:cubicBezTo>
                <a:cubicBezTo>
                  <a:pt x="565" y="275"/>
                  <a:pt x="568" y="271"/>
                  <a:pt x="571" y="267"/>
                </a:cubicBezTo>
                <a:cubicBezTo>
                  <a:pt x="575" y="264"/>
                  <a:pt x="579" y="261"/>
                  <a:pt x="584" y="259"/>
                </a:cubicBezTo>
                <a:cubicBezTo>
                  <a:pt x="589" y="257"/>
                  <a:pt x="594" y="256"/>
                  <a:pt x="600" y="256"/>
                </a:cubicBezTo>
                <a:cubicBezTo>
                  <a:pt x="648" y="257"/>
                  <a:pt x="695" y="275"/>
                  <a:pt x="732" y="307"/>
                </a:cubicBezTo>
                <a:cubicBezTo>
                  <a:pt x="734" y="296"/>
                  <a:pt x="735" y="284"/>
                  <a:pt x="735" y="272"/>
                </a:cubicBezTo>
                <a:cubicBezTo>
                  <a:pt x="732" y="223"/>
                  <a:pt x="710" y="180"/>
                  <a:pt x="621" y="172"/>
                </a:cubicBezTo>
                <a:cubicBezTo>
                  <a:pt x="571" y="54"/>
                  <a:pt x="446" y="119"/>
                  <a:pt x="446" y="156"/>
                </a:cubicBezTo>
                <a:cubicBezTo>
                  <a:pt x="445" y="165"/>
                  <a:pt x="455" y="184"/>
                  <a:pt x="456" y="186"/>
                </a:cubicBezTo>
                <a:cubicBezTo>
                  <a:pt x="462" y="186"/>
                  <a:pt x="467" y="187"/>
                  <a:pt x="471" y="189"/>
                </a:cubicBezTo>
                <a:cubicBezTo>
                  <a:pt x="476" y="191"/>
                  <a:pt x="481" y="193"/>
                  <a:pt x="484" y="197"/>
                </a:cubicBezTo>
                <a:cubicBezTo>
                  <a:pt x="488" y="201"/>
                  <a:pt x="491" y="205"/>
                  <a:pt x="493" y="210"/>
                </a:cubicBezTo>
                <a:cubicBezTo>
                  <a:pt x="495" y="215"/>
                  <a:pt x="496" y="220"/>
                  <a:pt x="496" y="225"/>
                </a:cubicBezTo>
                <a:cubicBezTo>
                  <a:pt x="496" y="247"/>
                  <a:pt x="478" y="265"/>
                  <a:pt x="456" y="265"/>
                </a:cubicBezTo>
                <a:cubicBezTo>
                  <a:pt x="435" y="264"/>
                  <a:pt x="415" y="256"/>
                  <a:pt x="399" y="243"/>
                </a:cubicBezTo>
                <a:cubicBezTo>
                  <a:pt x="380" y="255"/>
                  <a:pt x="359" y="263"/>
                  <a:pt x="336" y="265"/>
                </a:cubicBezTo>
                <a:cubicBezTo>
                  <a:pt x="313" y="267"/>
                  <a:pt x="295" y="251"/>
                  <a:pt x="294" y="229"/>
                </a:cubicBezTo>
                <a:cubicBezTo>
                  <a:pt x="293" y="224"/>
                  <a:pt x="293" y="219"/>
                  <a:pt x="295" y="214"/>
                </a:cubicBezTo>
                <a:cubicBezTo>
                  <a:pt x="296" y="209"/>
                  <a:pt x="298" y="204"/>
                  <a:pt x="302" y="200"/>
                </a:cubicBezTo>
                <a:cubicBezTo>
                  <a:pt x="305" y="196"/>
                  <a:pt x="309" y="192"/>
                  <a:pt x="314" y="190"/>
                </a:cubicBezTo>
                <a:cubicBezTo>
                  <a:pt x="318" y="187"/>
                  <a:pt x="323" y="186"/>
                  <a:pt x="328" y="186"/>
                </a:cubicBezTo>
                <a:cubicBezTo>
                  <a:pt x="335" y="185"/>
                  <a:pt x="366" y="180"/>
                  <a:pt x="366" y="155"/>
                </a:cubicBezTo>
                <a:cubicBezTo>
                  <a:pt x="366" y="129"/>
                  <a:pt x="376" y="104"/>
                  <a:pt x="393" y="84"/>
                </a:cubicBezTo>
                <a:cubicBezTo>
                  <a:pt x="356" y="74"/>
                  <a:pt x="317" y="87"/>
                  <a:pt x="277" y="135"/>
                </a:cubicBezTo>
                <a:cubicBezTo>
                  <a:pt x="203" y="124"/>
                  <a:pt x="173" y="134"/>
                  <a:pt x="152" y="211"/>
                </a:cubicBezTo>
                <a:cubicBezTo>
                  <a:pt x="114" y="230"/>
                  <a:pt x="94" y="243"/>
                  <a:pt x="85" y="282"/>
                </a:cubicBezTo>
                <a:cubicBezTo>
                  <a:pt x="128" y="274"/>
                  <a:pt x="172" y="277"/>
                  <a:pt x="213" y="292"/>
                </a:cubicBezTo>
                <a:cubicBezTo>
                  <a:pt x="233" y="300"/>
                  <a:pt x="244" y="322"/>
                  <a:pt x="237" y="343"/>
                </a:cubicBezTo>
                <a:cubicBezTo>
                  <a:pt x="229" y="364"/>
                  <a:pt x="206" y="374"/>
                  <a:pt x="185" y="367"/>
                </a:cubicBezTo>
                <a:cubicBezTo>
                  <a:pt x="156" y="354"/>
                  <a:pt x="124" y="353"/>
                  <a:pt x="94" y="365"/>
                </a:cubicBezTo>
                <a:cubicBezTo>
                  <a:pt x="81" y="375"/>
                  <a:pt x="81" y="397"/>
                  <a:pt x="81" y="415"/>
                </a:cubicBezTo>
                <a:cubicBezTo>
                  <a:pt x="81" y="444"/>
                  <a:pt x="96" y="472"/>
                  <a:pt x="121" y="488"/>
                </a:cubicBezTo>
                <a:cubicBezTo>
                  <a:pt x="142" y="498"/>
                  <a:pt x="166" y="504"/>
                  <a:pt x="189" y="503"/>
                </a:cubicBezTo>
                <a:cubicBezTo>
                  <a:pt x="183" y="493"/>
                  <a:pt x="178" y="482"/>
                  <a:pt x="173" y="471"/>
                </a:cubicBezTo>
                <a:cubicBezTo>
                  <a:pt x="172" y="466"/>
                  <a:pt x="171" y="461"/>
                  <a:pt x="172" y="456"/>
                </a:cubicBezTo>
                <a:cubicBezTo>
                  <a:pt x="172" y="450"/>
                  <a:pt x="174" y="445"/>
                  <a:pt x="176" y="441"/>
                </a:cubicBezTo>
                <a:cubicBezTo>
                  <a:pt x="179" y="436"/>
                  <a:pt x="182" y="432"/>
                  <a:pt x="186" y="428"/>
                </a:cubicBezTo>
                <a:cubicBezTo>
                  <a:pt x="190" y="425"/>
                  <a:pt x="194" y="422"/>
                  <a:pt x="199" y="420"/>
                </a:cubicBezTo>
                <a:cubicBezTo>
                  <a:pt x="204" y="419"/>
                  <a:pt x="210" y="418"/>
                  <a:pt x="215" y="418"/>
                </a:cubicBezTo>
                <a:cubicBezTo>
                  <a:pt x="220" y="418"/>
                  <a:pt x="225" y="420"/>
                  <a:pt x="230" y="422"/>
                </a:cubicBezTo>
                <a:cubicBezTo>
                  <a:pt x="235" y="424"/>
                  <a:pt x="239" y="427"/>
                  <a:pt x="243" y="431"/>
                </a:cubicBezTo>
                <a:cubicBezTo>
                  <a:pt x="247" y="435"/>
                  <a:pt x="249" y="439"/>
                  <a:pt x="251" y="444"/>
                </a:cubicBezTo>
                <a:cubicBezTo>
                  <a:pt x="268" y="490"/>
                  <a:pt x="309" y="520"/>
                  <a:pt x="356" y="526"/>
                </a:cubicBezTo>
                <a:cubicBezTo>
                  <a:pt x="411" y="523"/>
                  <a:pt x="459" y="491"/>
                  <a:pt x="483" y="441"/>
                </a:cubicBezTo>
                <a:cubicBezTo>
                  <a:pt x="492" y="386"/>
                  <a:pt x="536" y="382"/>
                  <a:pt x="584" y="382"/>
                </a:cubicBezTo>
                <a:moveTo>
                  <a:pt x="664" y="679"/>
                </a:moveTo>
                <a:lnTo>
                  <a:pt x="639" y="627"/>
                </a:lnTo>
                <a:lnTo>
                  <a:pt x="611" y="634"/>
                </a:lnTo>
                <a:lnTo>
                  <a:pt x="651" y="683"/>
                </a:lnTo>
                <a:lnTo>
                  <a:pt x="664" y="679"/>
                </a:lnTo>
                <a:moveTo>
                  <a:pt x="479" y="336"/>
                </a:moveTo>
                <a:cubicBezTo>
                  <a:pt x="480" y="326"/>
                  <a:pt x="476" y="317"/>
                  <a:pt x="469" y="309"/>
                </a:cubicBezTo>
                <a:cubicBezTo>
                  <a:pt x="462" y="301"/>
                  <a:pt x="454" y="296"/>
                  <a:pt x="443" y="295"/>
                </a:cubicBezTo>
                <a:cubicBezTo>
                  <a:pt x="415" y="294"/>
                  <a:pt x="388" y="303"/>
                  <a:pt x="367" y="322"/>
                </a:cubicBezTo>
                <a:cubicBezTo>
                  <a:pt x="344" y="345"/>
                  <a:pt x="332" y="377"/>
                  <a:pt x="333" y="409"/>
                </a:cubicBezTo>
                <a:cubicBezTo>
                  <a:pt x="333" y="414"/>
                  <a:pt x="334" y="419"/>
                  <a:pt x="336" y="424"/>
                </a:cubicBezTo>
                <a:cubicBezTo>
                  <a:pt x="338" y="429"/>
                  <a:pt x="341" y="433"/>
                  <a:pt x="345" y="437"/>
                </a:cubicBezTo>
                <a:cubicBezTo>
                  <a:pt x="349" y="441"/>
                  <a:pt x="353" y="444"/>
                  <a:pt x="358" y="446"/>
                </a:cubicBezTo>
                <a:cubicBezTo>
                  <a:pt x="363" y="448"/>
                  <a:pt x="368" y="449"/>
                  <a:pt x="373" y="449"/>
                </a:cubicBezTo>
                <a:cubicBezTo>
                  <a:pt x="396" y="449"/>
                  <a:pt x="413" y="431"/>
                  <a:pt x="413" y="409"/>
                </a:cubicBezTo>
                <a:cubicBezTo>
                  <a:pt x="413" y="398"/>
                  <a:pt x="415" y="388"/>
                  <a:pt x="422" y="379"/>
                </a:cubicBezTo>
                <a:cubicBezTo>
                  <a:pt x="426" y="375"/>
                  <a:pt x="432" y="373"/>
                  <a:pt x="439" y="373"/>
                </a:cubicBezTo>
                <a:cubicBezTo>
                  <a:pt x="461" y="374"/>
                  <a:pt x="479" y="358"/>
                  <a:pt x="479" y="336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47720" y="1464120"/>
            <a:ext cx="2262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NotoSans-Semi"/>
                <a:ea typeface="NotoSans-Semi"/>
              </a:rPr>
              <a:t>Das Problem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178080" y="2750400"/>
            <a:ext cx="45972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Idee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169280" y="3083760"/>
            <a:ext cx="448956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Jeden Morgen die Frage: Was ziehe ich an? Ein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994320" y="3398040"/>
            <a:ext cx="483768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digitaler Kleiderschrank, der Outﬁts bewertet und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181560" y="2209680"/>
            <a:ext cx="5267520" cy="1953000"/>
          </a:xfrm>
          <a:custGeom>
            <a:avLst/>
            <a:gdLst/>
            <a:ahLst/>
            <a:rect l="0" t="0" r="r" b="b"/>
            <a:pathLst>
              <a:path w="14632" h="5425">
                <a:moveTo>
                  <a:pt x="0" y="5266"/>
                </a:moveTo>
                <a:lnTo>
                  <a:pt x="0" y="159"/>
                </a:lnTo>
                <a:cubicBezTo>
                  <a:pt x="0" y="138"/>
                  <a:pt x="3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2" y="0"/>
                  <a:pt x="106" y="0"/>
                </a:cubicBezTo>
                <a:lnTo>
                  <a:pt x="14474" y="0"/>
                </a:lnTo>
                <a:cubicBezTo>
                  <a:pt x="14484" y="0"/>
                  <a:pt x="14494" y="1"/>
                  <a:pt x="14505" y="3"/>
                </a:cubicBezTo>
                <a:cubicBezTo>
                  <a:pt x="14515" y="5"/>
                  <a:pt x="14525" y="8"/>
                  <a:pt x="14534" y="12"/>
                </a:cubicBezTo>
                <a:cubicBezTo>
                  <a:pt x="14544" y="16"/>
                  <a:pt x="14553" y="21"/>
                  <a:pt x="14562" y="27"/>
                </a:cubicBezTo>
                <a:cubicBezTo>
                  <a:pt x="14571" y="32"/>
                  <a:pt x="14579" y="39"/>
                  <a:pt x="14586" y="46"/>
                </a:cubicBezTo>
                <a:cubicBezTo>
                  <a:pt x="14593" y="54"/>
                  <a:pt x="14600" y="62"/>
                  <a:pt x="14606" y="70"/>
                </a:cubicBezTo>
                <a:cubicBezTo>
                  <a:pt x="14611" y="79"/>
                  <a:pt x="14616" y="88"/>
                  <a:pt x="14620" y="98"/>
                </a:cubicBezTo>
                <a:cubicBezTo>
                  <a:pt x="14624" y="107"/>
                  <a:pt x="14627" y="117"/>
                  <a:pt x="14629" y="128"/>
                </a:cubicBezTo>
                <a:cubicBezTo>
                  <a:pt x="14631" y="138"/>
                  <a:pt x="14632" y="148"/>
                  <a:pt x="14632" y="159"/>
                </a:cubicBezTo>
                <a:lnTo>
                  <a:pt x="14632" y="5266"/>
                </a:lnTo>
                <a:cubicBezTo>
                  <a:pt x="14632" y="5276"/>
                  <a:pt x="14631" y="5287"/>
                  <a:pt x="14629" y="5297"/>
                </a:cubicBezTo>
                <a:cubicBezTo>
                  <a:pt x="14627" y="5307"/>
                  <a:pt x="14624" y="5317"/>
                  <a:pt x="14620" y="5327"/>
                </a:cubicBezTo>
                <a:cubicBezTo>
                  <a:pt x="14616" y="5336"/>
                  <a:pt x="14611" y="5346"/>
                  <a:pt x="14606" y="5354"/>
                </a:cubicBezTo>
                <a:cubicBezTo>
                  <a:pt x="14600" y="5363"/>
                  <a:pt x="14593" y="5371"/>
                  <a:pt x="14586" y="5378"/>
                </a:cubicBezTo>
                <a:cubicBezTo>
                  <a:pt x="14579" y="5386"/>
                  <a:pt x="14571" y="5392"/>
                  <a:pt x="14562" y="5398"/>
                </a:cubicBezTo>
                <a:cubicBezTo>
                  <a:pt x="14553" y="5404"/>
                  <a:pt x="14544" y="5409"/>
                  <a:pt x="14534" y="5413"/>
                </a:cubicBezTo>
                <a:cubicBezTo>
                  <a:pt x="14525" y="5417"/>
                  <a:pt x="14515" y="5420"/>
                  <a:pt x="14505" y="5422"/>
                </a:cubicBezTo>
                <a:cubicBezTo>
                  <a:pt x="14494" y="5424"/>
                  <a:pt x="14484" y="5425"/>
                  <a:pt x="14474" y="5425"/>
                </a:cubicBezTo>
                <a:lnTo>
                  <a:pt x="106" y="5425"/>
                </a:lnTo>
                <a:cubicBezTo>
                  <a:pt x="92" y="5425"/>
                  <a:pt x="78" y="5421"/>
                  <a:pt x="65" y="5413"/>
                </a:cubicBezTo>
                <a:cubicBezTo>
                  <a:pt x="52" y="5405"/>
                  <a:pt x="41" y="5393"/>
                  <a:pt x="31" y="5378"/>
                </a:cubicBezTo>
                <a:cubicBezTo>
                  <a:pt x="21" y="5363"/>
                  <a:pt x="13" y="5346"/>
                  <a:pt x="8" y="5327"/>
                </a:cubicBezTo>
                <a:cubicBezTo>
                  <a:pt x="3" y="5307"/>
                  <a:pt x="0" y="5287"/>
                  <a:pt x="0" y="5266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6162480" y="2209680"/>
            <a:ext cx="57600" cy="1953000"/>
          </a:xfrm>
          <a:custGeom>
            <a:avLst/>
            <a:gdLst/>
            <a:ahLst/>
            <a:rect l="0" t="0" r="r" b="b"/>
            <a:pathLst>
              <a:path w="160" h="5425">
                <a:moveTo>
                  <a:pt x="0" y="0"/>
                </a:moveTo>
                <a:lnTo>
                  <a:pt x="160" y="0"/>
                </a:lnTo>
                <a:lnTo>
                  <a:pt x="160" y="5425"/>
                </a:lnTo>
                <a:lnTo>
                  <a:pt x="0" y="5425"/>
                </a:lnTo>
                <a:lnTo>
                  <a:pt x="0" y="0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665200" y="2404800"/>
            <a:ext cx="309960" cy="257760"/>
          </a:xfrm>
          <a:custGeom>
            <a:avLst/>
            <a:gdLst/>
            <a:ahLst/>
            <a:rect l="0" t="0" r="r" b="b"/>
            <a:pathLst>
              <a:path w="861" h="716">
                <a:moveTo>
                  <a:pt x="590" y="716"/>
                </a:moveTo>
                <a:lnTo>
                  <a:pt x="271" y="716"/>
                </a:lnTo>
                <a:cubicBezTo>
                  <a:pt x="266" y="716"/>
                  <a:pt x="261" y="715"/>
                  <a:pt x="256" y="713"/>
                </a:cubicBezTo>
                <a:cubicBezTo>
                  <a:pt x="251" y="711"/>
                  <a:pt x="247" y="708"/>
                  <a:pt x="243" y="704"/>
                </a:cubicBezTo>
                <a:cubicBezTo>
                  <a:pt x="239" y="700"/>
                  <a:pt x="237" y="696"/>
                  <a:pt x="234" y="691"/>
                </a:cubicBezTo>
                <a:cubicBezTo>
                  <a:pt x="232" y="686"/>
                  <a:pt x="231" y="681"/>
                  <a:pt x="231" y="676"/>
                </a:cubicBezTo>
                <a:lnTo>
                  <a:pt x="231" y="361"/>
                </a:lnTo>
                <a:lnTo>
                  <a:pt x="180" y="401"/>
                </a:lnTo>
                <a:cubicBezTo>
                  <a:pt x="176" y="405"/>
                  <a:pt x="172" y="407"/>
                  <a:pt x="167" y="409"/>
                </a:cubicBezTo>
                <a:cubicBezTo>
                  <a:pt x="162" y="411"/>
                  <a:pt x="157" y="412"/>
                  <a:pt x="152" y="412"/>
                </a:cubicBezTo>
                <a:cubicBezTo>
                  <a:pt x="147" y="412"/>
                  <a:pt x="142" y="411"/>
                  <a:pt x="137" y="409"/>
                </a:cubicBezTo>
                <a:cubicBezTo>
                  <a:pt x="132" y="407"/>
                  <a:pt x="128" y="405"/>
                  <a:pt x="124" y="401"/>
                </a:cubicBezTo>
                <a:lnTo>
                  <a:pt x="12" y="291"/>
                </a:lnTo>
                <a:cubicBezTo>
                  <a:pt x="8" y="287"/>
                  <a:pt x="5" y="283"/>
                  <a:pt x="3" y="278"/>
                </a:cubicBezTo>
                <a:cubicBezTo>
                  <a:pt x="1" y="273"/>
                  <a:pt x="0" y="268"/>
                  <a:pt x="0" y="263"/>
                </a:cubicBezTo>
                <a:cubicBezTo>
                  <a:pt x="0" y="257"/>
                  <a:pt x="1" y="252"/>
                  <a:pt x="3" y="247"/>
                </a:cubicBezTo>
                <a:cubicBezTo>
                  <a:pt x="5" y="243"/>
                  <a:pt x="8" y="238"/>
                  <a:pt x="12" y="235"/>
                </a:cubicBezTo>
                <a:lnTo>
                  <a:pt x="245" y="0"/>
                </a:lnTo>
                <a:lnTo>
                  <a:pt x="311" y="0"/>
                </a:lnTo>
                <a:cubicBezTo>
                  <a:pt x="311" y="44"/>
                  <a:pt x="364" y="80"/>
                  <a:pt x="431" y="80"/>
                </a:cubicBezTo>
                <a:cubicBezTo>
                  <a:pt x="497" y="80"/>
                  <a:pt x="550" y="44"/>
                  <a:pt x="550" y="0"/>
                </a:cubicBezTo>
                <a:lnTo>
                  <a:pt x="616" y="0"/>
                </a:lnTo>
                <a:lnTo>
                  <a:pt x="849" y="235"/>
                </a:lnTo>
                <a:cubicBezTo>
                  <a:pt x="865" y="250"/>
                  <a:pt x="865" y="275"/>
                  <a:pt x="849" y="291"/>
                </a:cubicBezTo>
                <a:lnTo>
                  <a:pt x="737" y="403"/>
                </a:lnTo>
                <a:cubicBezTo>
                  <a:pt x="721" y="418"/>
                  <a:pt x="696" y="418"/>
                  <a:pt x="681" y="403"/>
                </a:cubicBezTo>
                <a:lnTo>
                  <a:pt x="629" y="363"/>
                </a:lnTo>
                <a:lnTo>
                  <a:pt x="629" y="676"/>
                </a:lnTo>
                <a:cubicBezTo>
                  <a:pt x="629" y="681"/>
                  <a:pt x="628" y="686"/>
                  <a:pt x="626" y="691"/>
                </a:cubicBezTo>
                <a:cubicBezTo>
                  <a:pt x="624" y="696"/>
                  <a:pt x="621" y="700"/>
                  <a:pt x="618" y="704"/>
                </a:cubicBezTo>
                <a:cubicBezTo>
                  <a:pt x="614" y="708"/>
                  <a:pt x="610" y="711"/>
                  <a:pt x="605" y="713"/>
                </a:cubicBezTo>
                <a:cubicBezTo>
                  <a:pt x="600" y="715"/>
                  <a:pt x="595" y="716"/>
                  <a:pt x="590" y="716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2011320" y="3712320"/>
            <a:ext cx="279432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die Entscheidung erleichtert.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32960" y="2750400"/>
            <a:ext cx="178884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Herausforderung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519240" y="3083760"/>
            <a:ext cx="460980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Kleidung ist über viele Kategorien verteilt · Kein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440400" y="3398040"/>
            <a:ext cx="476676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Überblick über Kombinationen · Zeitaufwändiges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757080" y="4300200"/>
            <a:ext cx="3467520" cy="1067400"/>
          </a:xfrm>
          <a:custGeom>
            <a:avLst/>
            <a:gdLst/>
            <a:ahLst/>
            <a:rect l="0" t="0" r="r" b="b"/>
            <a:pathLst>
              <a:path w="9632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9433" y="0"/>
                </a:lnTo>
                <a:cubicBezTo>
                  <a:pt x="9446" y="0"/>
                  <a:pt x="9459" y="2"/>
                  <a:pt x="9472" y="4"/>
                </a:cubicBezTo>
                <a:cubicBezTo>
                  <a:pt x="9485" y="7"/>
                  <a:pt x="9497" y="11"/>
                  <a:pt x="9509" y="16"/>
                </a:cubicBezTo>
                <a:cubicBezTo>
                  <a:pt x="9521" y="21"/>
                  <a:pt x="9533" y="27"/>
                  <a:pt x="9544" y="34"/>
                </a:cubicBezTo>
                <a:cubicBezTo>
                  <a:pt x="9554" y="41"/>
                  <a:pt x="9564" y="49"/>
                  <a:pt x="9574" y="59"/>
                </a:cubicBezTo>
                <a:cubicBezTo>
                  <a:pt x="9583" y="68"/>
                  <a:pt x="9591" y="78"/>
                  <a:pt x="9598" y="89"/>
                </a:cubicBezTo>
                <a:cubicBezTo>
                  <a:pt x="9606" y="99"/>
                  <a:pt x="9612" y="111"/>
                  <a:pt x="9617" y="123"/>
                </a:cubicBezTo>
                <a:cubicBezTo>
                  <a:pt x="9622" y="135"/>
                  <a:pt x="9625" y="147"/>
                  <a:pt x="9628" y="160"/>
                </a:cubicBezTo>
                <a:cubicBezTo>
                  <a:pt x="9630" y="173"/>
                  <a:pt x="9632" y="186"/>
                  <a:pt x="9632" y="199"/>
                </a:cubicBezTo>
                <a:lnTo>
                  <a:pt x="9632" y="2766"/>
                </a:lnTo>
                <a:cubicBezTo>
                  <a:pt x="9632" y="2779"/>
                  <a:pt x="9630" y="2792"/>
                  <a:pt x="9628" y="2805"/>
                </a:cubicBezTo>
                <a:cubicBezTo>
                  <a:pt x="9625" y="2818"/>
                  <a:pt x="9622" y="2830"/>
                  <a:pt x="9617" y="2842"/>
                </a:cubicBezTo>
                <a:cubicBezTo>
                  <a:pt x="9612" y="2854"/>
                  <a:pt x="9606" y="2866"/>
                  <a:pt x="9598" y="2877"/>
                </a:cubicBezTo>
                <a:cubicBezTo>
                  <a:pt x="9591" y="2887"/>
                  <a:pt x="9583" y="2897"/>
                  <a:pt x="9574" y="2907"/>
                </a:cubicBezTo>
                <a:cubicBezTo>
                  <a:pt x="9564" y="2916"/>
                  <a:pt x="9554" y="2924"/>
                  <a:pt x="9544" y="2931"/>
                </a:cubicBezTo>
                <a:cubicBezTo>
                  <a:pt x="9533" y="2939"/>
                  <a:pt x="9521" y="2945"/>
                  <a:pt x="9509" y="2950"/>
                </a:cubicBezTo>
                <a:cubicBezTo>
                  <a:pt x="9497" y="2955"/>
                  <a:pt x="9485" y="2958"/>
                  <a:pt x="9472" y="2961"/>
                </a:cubicBezTo>
                <a:cubicBezTo>
                  <a:pt x="9459" y="2963"/>
                  <a:pt x="9446" y="2965"/>
                  <a:pt x="9433" y="2965"/>
                </a:cubicBezTo>
                <a:lnTo>
                  <a:pt x="198" y="2965"/>
                </a:lnTo>
                <a:cubicBezTo>
                  <a:pt x="185" y="2965"/>
                  <a:pt x="172" y="2963"/>
                  <a:pt x="160" y="2961"/>
                </a:cubicBezTo>
                <a:cubicBezTo>
                  <a:pt x="147" y="2958"/>
                  <a:pt x="134" y="2955"/>
                  <a:pt x="122" y="2950"/>
                </a:cubicBezTo>
                <a:cubicBezTo>
                  <a:pt x="110" y="2945"/>
                  <a:pt x="99" y="2939"/>
                  <a:pt x="88" y="2931"/>
                </a:cubicBezTo>
                <a:cubicBezTo>
                  <a:pt x="77" y="2924"/>
                  <a:pt x="67" y="2916"/>
                  <a:pt x="58" y="2907"/>
                </a:cubicBezTo>
                <a:cubicBezTo>
                  <a:pt x="49" y="2897"/>
                  <a:pt x="41" y="2887"/>
                  <a:pt x="33" y="2877"/>
                </a:cubicBezTo>
                <a:cubicBezTo>
                  <a:pt x="26" y="2866"/>
                  <a:pt x="20" y="2854"/>
                  <a:pt x="15" y="2842"/>
                </a:cubicBezTo>
                <a:cubicBezTo>
                  <a:pt x="10" y="2830"/>
                  <a:pt x="6" y="2818"/>
                  <a:pt x="4" y="2805"/>
                </a:cubicBezTo>
                <a:cubicBezTo>
                  <a:pt x="1" y="2792"/>
                  <a:pt x="0" y="2779"/>
                  <a:pt x="0" y="2766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57080" y="4300200"/>
            <a:ext cx="3467520" cy="1067400"/>
          </a:xfrm>
          <a:custGeom>
            <a:avLst/>
            <a:gdLst/>
            <a:ahLst/>
            <a:rect l="0" t="0" r="r" b="b"/>
            <a:pathLst>
              <a:path w="9632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2" y="2"/>
                  <a:pt x="185" y="0"/>
                  <a:pt x="198" y="0"/>
                </a:cubicBezTo>
                <a:lnTo>
                  <a:pt x="9433" y="0"/>
                </a:lnTo>
                <a:cubicBezTo>
                  <a:pt x="9446" y="0"/>
                  <a:pt x="9459" y="2"/>
                  <a:pt x="9472" y="4"/>
                </a:cubicBezTo>
                <a:cubicBezTo>
                  <a:pt x="9485" y="7"/>
                  <a:pt x="9497" y="11"/>
                  <a:pt x="9509" y="16"/>
                </a:cubicBezTo>
                <a:cubicBezTo>
                  <a:pt x="9521" y="21"/>
                  <a:pt x="9533" y="27"/>
                  <a:pt x="9544" y="34"/>
                </a:cubicBezTo>
                <a:cubicBezTo>
                  <a:pt x="9554" y="41"/>
                  <a:pt x="9564" y="49"/>
                  <a:pt x="9574" y="59"/>
                </a:cubicBezTo>
                <a:cubicBezTo>
                  <a:pt x="9583" y="68"/>
                  <a:pt x="9591" y="78"/>
                  <a:pt x="9598" y="89"/>
                </a:cubicBezTo>
                <a:cubicBezTo>
                  <a:pt x="9606" y="99"/>
                  <a:pt x="9612" y="111"/>
                  <a:pt x="9617" y="123"/>
                </a:cubicBezTo>
                <a:cubicBezTo>
                  <a:pt x="9622" y="135"/>
                  <a:pt x="9625" y="147"/>
                  <a:pt x="9628" y="160"/>
                </a:cubicBezTo>
                <a:cubicBezTo>
                  <a:pt x="9630" y="173"/>
                  <a:pt x="9632" y="186"/>
                  <a:pt x="9632" y="199"/>
                </a:cubicBezTo>
                <a:lnTo>
                  <a:pt x="9632" y="2766"/>
                </a:lnTo>
                <a:cubicBezTo>
                  <a:pt x="9632" y="2779"/>
                  <a:pt x="9630" y="2792"/>
                  <a:pt x="9628" y="2805"/>
                </a:cubicBezTo>
                <a:cubicBezTo>
                  <a:pt x="9625" y="2818"/>
                  <a:pt x="9622" y="2830"/>
                  <a:pt x="9617" y="2842"/>
                </a:cubicBezTo>
                <a:cubicBezTo>
                  <a:pt x="9612" y="2854"/>
                  <a:pt x="9606" y="2866"/>
                  <a:pt x="9598" y="2877"/>
                </a:cubicBezTo>
                <a:cubicBezTo>
                  <a:pt x="9591" y="2887"/>
                  <a:pt x="9583" y="2897"/>
                  <a:pt x="9574" y="2907"/>
                </a:cubicBezTo>
                <a:cubicBezTo>
                  <a:pt x="9564" y="2916"/>
                  <a:pt x="9554" y="2924"/>
                  <a:pt x="9544" y="2931"/>
                </a:cubicBezTo>
                <a:cubicBezTo>
                  <a:pt x="9533" y="2939"/>
                  <a:pt x="9521" y="2945"/>
                  <a:pt x="9509" y="2950"/>
                </a:cubicBezTo>
                <a:cubicBezTo>
                  <a:pt x="9497" y="2955"/>
                  <a:pt x="9485" y="2958"/>
                  <a:pt x="9472" y="2961"/>
                </a:cubicBezTo>
                <a:cubicBezTo>
                  <a:pt x="9459" y="2963"/>
                  <a:pt x="9446" y="2965"/>
                  <a:pt x="9433" y="2965"/>
                </a:cubicBezTo>
                <a:lnTo>
                  <a:pt x="198" y="2965"/>
                </a:lnTo>
                <a:cubicBezTo>
                  <a:pt x="185" y="2965"/>
                  <a:pt x="172" y="2963"/>
                  <a:pt x="160" y="2961"/>
                </a:cubicBezTo>
                <a:cubicBezTo>
                  <a:pt x="147" y="2958"/>
                  <a:pt x="134" y="2955"/>
                  <a:pt x="122" y="2950"/>
                </a:cubicBezTo>
                <a:cubicBezTo>
                  <a:pt x="110" y="2945"/>
                  <a:pt x="99" y="2939"/>
                  <a:pt x="88" y="2931"/>
                </a:cubicBezTo>
                <a:cubicBezTo>
                  <a:pt x="77" y="2924"/>
                  <a:pt x="67" y="2916"/>
                  <a:pt x="58" y="2907"/>
                </a:cubicBezTo>
                <a:cubicBezTo>
                  <a:pt x="49" y="2897"/>
                  <a:pt x="41" y="2887"/>
                  <a:pt x="33" y="2877"/>
                </a:cubicBezTo>
                <a:cubicBezTo>
                  <a:pt x="26" y="2866"/>
                  <a:pt x="20" y="2854"/>
                  <a:pt x="15" y="2842"/>
                </a:cubicBezTo>
                <a:cubicBezTo>
                  <a:pt x="10" y="2830"/>
                  <a:pt x="6" y="2818"/>
                  <a:pt x="4" y="2805"/>
                </a:cubicBezTo>
                <a:cubicBezTo>
                  <a:pt x="1" y="2792"/>
                  <a:pt x="0" y="2779"/>
                  <a:pt x="0" y="2766"/>
                </a:cubicBezTo>
                <a:close/>
              </a:path>
            </a:pathLst>
          </a:custGeom>
          <a:noFill/>
          <a:ln w="9360">
            <a:solidFill>
              <a:srgbClr val="DADDD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424280" y="3712320"/>
            <a:ext cx="2798640" cy="28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9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manuelles Zusammenstellen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255040" y="4388760"/>
            <a:ext cx="463680" cy="36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50+</a:t>
            </a:r>
            <a:endParaRPr lang="en-US" sz="2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67160" y="4300200"/>
            <a:ext cx="3467160" cy="1067400"/>
          </a:xfrm>
          <a:custGeom>
            <a:avLst/>
            <a:gdLst/>
            <a:ahLst/>
            <a:rect l="0" t="0" r="r" b="b"/>
            <a:pathLst>
              <a:path w="9631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9433" y="0"/>
                </a:lnTo>
                <a:cubicBezTo>
                  <a:pt x="9446" y="0"/>
                  <a:pt x="9459" y="2"/>
                  <a:pt x="9472" y="4"/>
                </a:cubicBezTo>
                <a:cubicBezTo>
                  <a:pt x="9485" y="7"/>
                  <a:pt x="9497" y="11"/>
                  <a:pt x="9509" y="16"/>
                </a:cubicBezTo>
                <a:cubicBezTo>
                  <a:pt x="9521" y="21"/>
                  <a:pt x="9532" y="27"/>
                  <a:pt x="9543" y="34"/>
                </a:cubicBezTo>
                <a:cubicBezTo>
                  <a:pt x="9554" y="41"/>
                  <a:pt x="9564" y="49"/>
                  <a:pt x="9573" y="59"/>
                </a:cubicBezTo>
                <a:cubicBezTo>
                  <a:pt x="9583" y="68"/>
                  <a:pt x="9591" y="78"/>
                  <a:pt x="9598" y="89"/>
                </a:cubicBezTo>
                <a:cubicBezTo>
                  <a:pt x="9605" y="99"/>
                  <a:pt x="9611" y="111"/>
                  <a:pt x="9616" y="123"/>
                </a:cubicBezTo>
                <a:cubicBezTo>
                  <a:pt x="9621" y="135"/>
                  <a:pt x="9625" y="147"/>
                  <a:pt x="9628" y="160"/>
                </a:cubicBezTo>
                <a:cubicBezTo>
                  <a:pt x="9630" y="173"/>
                  <a:pt x="9631" y="186"/>
                  <a:pt x="9631" y="199"/>
                </a:cubicBezTo>
                <a:lnTo>
                  <a:pt x="9631" y="2766"/>
                </a:lnTo>
                <a:cubicBezTo>
                  <a:pt x="9631" y="2779"/>
                  <a:pt x="9630" y="2792"/>
                  <a:pt x="9628" y="2805"/>
                </a:cubicBezTo>
                <a:cubicBezTo>
                  <a:pt x="9625" y="2818"/>
                  <a:pt x="9621" y="2830"/>
                  <a:pt x="9616" y="2842"/>
                </a:cubicBezTo>
                <a:cubicBezTo>
                  <a:pt x="9611" y="2854"/>
                  <a:pt x="9605" y="2866"/>
                  <a:pt x="9598" y="2877"/>
                </a:cubicBezTo>
                <a:cubicBezTo>
                  <a:pt x="9591" y="2887"/>
                  <a:pt x="9583" y="2897"/>
                  <a:pt x="9573" y="2907"/>
                </a:cubicBezTo>
                <a:cubicBezTo>
                  <a:pt x="9564" y="2916"/>
                  <a:pt x="9554" y="2924"/>
                  <a:pt x="9543" y="2931"/>
                </a:cubicBezTo>
                <a:cubicBezTo>
                  <a:pt x="9532" y="2939"/>
                  <a:pt x="9521" y="2945"/>
                  <a:pt x="9509" y="2950"/>
                </a:cubicBezTo>
                <a:cubicBezTo>
                  <a:pt x="9497" y="2955"/>
                  <a:pt x="9485" y="2958"/>
                  <a:pt x="9472" y="2961"/>
                </a:cubicBezTo>
                <a:cubicBezTo>
                  <a:pt x="9459" y="2963"/>
                  <a:pt x="9446" y="2965"/>
                  <a:pt x="9433" y="2965"/>
                </a:cubicBezTo>
                <a:lnTo>
                  <a:pt x="198" y="2965"/>
                </a:lnTo>
                <a:cubicBezTo>
                  <a:pt x="185" y="2965"/>
                  <a:pt x="172" y="2963"/>
                  <a:pt x="159" y="2961"/>
                </a:cubicBezTo>
                <a:cubicBezTo>
                  <a:pt x="147" y="2958"/>
                  <a:pt x="134" y="2955"/>
                  <a:pt x="122" y="2950"/>
                </a:cubicBezTo>
                <a:cubicBezTo>
                  <a:pt x="110" y="2945"/>
                  <a:pt x="99" y="2939"/>
                  <a:pt x="88" y="2931"/>
                </a:cubicBezTo>
                <a:cubicBezTo>
                  <a:pt x="77" y="2924"/>
                  <a:pt x="67" y="2916"/>
                  <a:pt x="58" y="2907"/>
                </a:cubicBezTo>
                <a:cubicBezTo>
                  <a:pt x="49" y="2897"/>
                  <a:pt x="40" y="2887"/>
                  <a:pt x="33" y="2877"/>
                </a:cubicBezTo>
                <a:cubicBezTo>
                  <a:pt x="26" y="2866"/>
                  <a:pt x="20" y="2854"/>
                  <a:pt x="15" y="2842"/>
                </a:cubicBezTo>
                <a:cubicBezTo>
                  <a:pt x="10" y="2830"/>
                  <a:pt x="6" y="2818"/>
                  <a:pt x="3" y="2805"/>
                </a:cubicBezTo>
                <a:cubicBezTo>
                  <a:pt x="1" y="2792"/>
                  <a:pt x="0" y="2779"/>
                  <a:pt x="0" y="2766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367160" y="4300200"/>
            <a:ext cx="3467160" cy="1067400"/>
          </a:xfrm>
          <a:custGeom>
            <a:avLst/>
            <a:gdLst/>
            <a:ahLst/>
            <a:rect l="0" t="0" r="r" b="b"/>
            <a:pathLst>
              <a:path w="9631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9433" y="0"/>
                </a:lnTo>
                <a:cubicBezTo>
                  <a:pt x="9446" y="0"/>
                  <a:pt x="9459" y="2"/>
                  <a:pt x="9472" y="4"/>
                </a:cubicBezTo>
                <a:cubicBezTo>
                  <a:pt x="9485" y="7"/>
                  <a:pt x="9497" y="11"/>
                  <a:pt x="9509" y="16"/>
                </a:cubicBezTo>
                <a:cubicBezTo>
                  <a:pt x="9521" y="21"/>
                  <a:pt x="9532" y="27"/>
                  <a:pt x="9543" y="34"/>
                </a:cubicBezTo>
                <a:cubicBezTo>
                  <a:pt x="9554" y="41"/>
                  <a:pt x="9564" y="49"/>
                  <a:pt x="9573" y="59"/>
                </a:cubicBezTo>
                <a:cubicBezTo>
                  <a:pt x="9583" y="68"/>
                  <a:pt x="9591" y="78"/>
                  <a:pt x="9598" y="89"/>
                </a:cubicBezTo>
                <a:cubicBezTo>
                  <a:pt x="9605" y="99"/>
                  <a:pt x="9611" y="111"/>
                  <a:pt x="9616" y="123"/>
                </a:cubicBezTo>
                <a:cubicBezTo>
                  <a:pt x="9621" y="135"/>
                  <a:pt x="9625" y="147"/>
                  <a:pt x="9628" y="160"/>
                </a:cubicBezTo>
                <a:cubicBezTo>
                  <a:pt x="9630" y="173"/>
                  <a:pt x="9631" y="186"/>
                  <a:pt x="9631" y="199"/>
                </a:cubicBezTo>
                <a:lnTo>
                  <a:pt x="9631" y="2766"/>
                </a:lnTo>
                <a:cubicBezTo>
                  <a:pt x="9631" y="2779"/>
                  <a:pt x="9630" y="2792"/>
                  <a:pt x="9628" y="2805"/>
                </a:cubicBezTo>
                <a:cubicBezTo>
                  <a:pt x="9625" y="2818"/>
                  <a:pt x="9621" y="2830"/>
                  <a:pt x="9616" y="2842"/>
                </a:cubicBezTo>
                <a:cubicBezTo>
                  <a:pt x="9611" y="2854"/>
                  <a:pt x="9605" y="2866"/>
                  <a:pt x="9598" y="2877"/>
                </a:cubicBezTo>
                <a:cubicBezTo>
                  <a:pt x="9591" y="2887"/>
                  <a:pt x="9583" y="2897"/>
                  <a:pt x="9573" y="2907"/>
                </a:cubicBezTo>
                <a:cubicBezTo>
                  <a:pt x="9564" y="2916"/>
                  <a:pt x="9554" y="2924"/>
                  <a:pt x="9543" y="2931"/>
                </a:cubicBezTo>
                <a:cubicBezTo>
                  <a:pt x="9532" y="2939"/>
                  <a:pt x="9521" y="2945"/>
                  <a:pt x="9509" y="2950"/>
                </a:cubicBezTo>
                <a:cubicBezTo>
                  <a:pt x="9497" y="2955"/>
                  <a:pt x="9485" y="2958"/>
                  <a:pt x="9472" y="2961"/>
                </a:cubicBezTo>
                <a:cubicBezTo>
                  <a:pt x="9459" y="2963"/>
                  <a:pt x="9446" y="2965"/>
                  <a:pt x="9433" y="2965"/>
                </a:cubicBezTo>
                <a:lnTo>
                  <a:pt x="198" y="2965"/>
                </a:lnTo>
                <a:cubicBezTo>
                  <a:pt x="185" y="2965"/>
                  <a:pt x="172" y="2963"/>
                  <a:pt x="159" y="2961"/>
                </a:cubicBezTo>
                <a:cubicBezTo>
                  <a:pt x="147" y="2958"/>
                  <a:pt x="134" y="2955"/>
                  <a:pt x="122" y="2950"/>
                </a:cubicBezTo>
                <a:cubicBezTo>
                  <a:pt x="110" y="2945"/>
                  <a:pt x="99" y="2939"/>
                  <a:pt x="88" y="2931"/>
                </a:cubicBezTo>
                <a:cubicBezTo>
                  <a:pt x="77" y="2924"/>
                  <a:pt x="67" y="2916"/>
                  <a:pt x="58" y="2907"/>
                </a:cubicBezTo>
                <a:cubicBezTo>
                  <a:pt x="49" y="2897"/>
                  <a:pt x="40" y="2887"/>
                  <a:pt x="33" y="2877"/>
                </a:cubicBezTo>
                <a:cubicBezTo>
                  <a:pt x="26" y="2866"/>
                  <a:pt x="20" y="2854"/>
                  <a:pt x="15" y="2842"/>
                </a:cubicBezTo>
                <a:cubicBezTo>
                  <a:pt x="10" y="2830"/>
                  <a:pt x="6" y="2818"/>
                  <a:pt x="3" y="2805"/>
                </a:cubicBezTo>
                <a:cubicBezTo>
                  <a:pt x="1" y="2792"/>
                  <a:pt x="0" y="2779"/>
                  <a:pt x="0" y="2766"/>
                </a:cubicBezTo>
                <a:close/>
              </a:path>
            </a:pathLst>
          </a:custGeom>
          <a:noFill/>
          <a:ln w="9360">
            <a:solidFill>
              <a:srgbClr val="DADDD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996840" y="4732560"/>
            <a:ext cx="298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Kleidungsstücke mit echten Bildern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018840" y="4388760"/>
            <a:ext cx="268920" cy="36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4</a:t>
            </a:r>
            <a:endParaRPr lang="en-US" sz="2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620240" y="4732560"/>
            <a:ext cx="29617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Bewertungsdimensionen auf einen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976880" y="4300200"/>
            <a:ext cx="3467520" cy="1067400"/>
          </a:xfrm>
          <a:custGeom>
            <a:avLst/>
            <a:gdLst/>
            <a:ahLst/>
            <a:rect l="0" t="0" r="r" b="b"/>
            <a:pathLst>
              <a:path w="9632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9434" y="0"/>
                </a:lnTo>
                <a:cubicBezTo>
                  <a:pt x="9447" y="0"/>
                  <a:pt x="9460" y="2"/>
                  <a:pt x="9472" y="4"/>
                </a:cubicBezTo>
                <a:cubicBezTo>
                  <a:pt x="9485" y="7"/>
                  <a:pt x="9498" y="11"/>
                  <a:pt x="9510" y="16"/>
                </a:cubicBezTo>
                <a:cubicBezTo>
                  <a:pt x="9522" y="21"/>
                  <a:pt x="9533" y="27"/>
                  <a:pt x="9544" y="34"/>
                </a:cubicBezTo>
                <a:cubicBezTo>
                  <a:pt x="9555" y="41"/>
                  <a:pt x="9565" y="49"/>
                  <a:pt x="9574" y="59"/>
                </a:cubicBezTo>
                <a:cubicBezTo>
                  <a:pt x="9583" y="68"/>
                  <a:pt x="9592" y="78"/>
                  <a:pt x="9599" y="89"/>
                </a:cubicBezTo>
                <a:cubicBezTo>
                  <a:pt x="9606" y="99"/>
                  <a:pt x="9612" y="111"/>
                  <a:pt x="9617" y="123"/>
                </a:cubicBezTo>
                <a:cubicBezTo>
                  <a:pt x="9622" y="135"/>
                  <a:pt x="9626" y="147"/>
                  <a:pt x="9628" y="160"/>
                </a:cubicBezTo>
                <a:cubicBezTo>
                  <a:pt x="9631" y="173"/>
                  <a:pt x="9632" y="186"/>
                  <a:pt x="9632" y="199"/>
                </a:cubicBezTo>
                <a:lnTo>
                  <a:pt x="9632" y="2766"/>
                </a:lnTo>
                <a:cubicBezTo>
                  <a:pt x="9632" y="2779"/>
                  <a:pt x="9631" y="2792"/>
                  <a:pt x="9628" y="2805"/>
                </a:cubicBezTo>
                <a:cubicBezTo>
                  <a:pt x="9626" y="2818"/>
                  <a:pt x="9622" y="2830"/>
                  <a:pt x="9617" y="2842"/>
                </a:cubicBezTo>
                <a:cubicBezTo>
                  <a:pt x="9612" y="2854"/>
                  <a:pt x="9606" y="2866"/>
                  <a:pt x="9599" y="2877"/>
                </a:cubicBezTo>
                <a:cubicBezTo>
                  <a:pt x="9592" y="2887"/>
                  <a:pt x="9583" y="2897"/>
                  <a:pt x="9574" y="2907"/>
                </a:cubicBezTo>
                <a:cubicBezTo>
                  <a:pt x="9565" y="2916"/>
                  <a:pt x="9555" y="2924"/>
                  <a:pt x="9544" y="2931"/>
                </a:cubicBezTo>
                <a:cubicBezTo>
                  <a:pt x="9533" y="2939"/>
                  <a:pt x="9522" y="2945"/>
                  <a:pt x="9510" y="2950"/>
                </a:cubicBezTo>
                <a:cubicBezTo>
                  <a:pt x="9498" y="2955"/>
                  <a:pt x="9485" y="2958"/>
                  <a:pt x="9472" y="2961"/>
                </a:cubicBezTo>
                <a:cubicBezTo>
                  <a:pt x="9460" y="2963"/>
                  <a:pt x="9447" y="2965"/>
                  <a:pt x="9434" y="2965"/>
                </a:cubicBezTo>
                <a:lnTo>
                  <a:pt x="199" y="2965"/>
                </a:lnTo>
                <a:cubicBezTo>
                  <a:pt x="186" y="2965"/>
                  <a:pt x="173" y="2963"/>
                  <a:pt x="160" y="2961"/>
                </a:cubicBezTo>
                <a:cubicBezTo>
                  <a:pt x="147" y="2958"/>
                  <a:pt x="135" y="2955"/>
                  <a:pt x="123" y="2950"/>
                </a:cubicBezTo>
                <a:cubicBezTo>
                  <a:pt x="111" y="2945"/>
                  <a:pt x="99" y="2939"/>
                  <a:pt x="89" y="2931"/>
                </a:cubicBezTo>
                <a:cubicBezTo>
                  <a:pt x="78" y="2924"/>
                  <a:pt x="68" y="2916"/>
                  <a:pt x="58" y="2907"/>
                </a:cubicBezTo>
                <a:cubicBezTo>
                  <a:pt x="49" y="2897"/>
                  <a:pt x="41" y="2887"/>
                  <a:pt x="34" y="2877"/>
                </a:cubicBezTo>
                <a:cubicBezTo>
                  <a:pt x="27" y="2866"/>
                  <a:pt x="20" y="2854"/>
                  <a:pt x="15" y="2842"/>
                </a:cubicBezTo>
                <a:cubicBezTo>
                  <a:pt x="10" y="2830"/>
                  <a:pt x="7" y="2818"/>
                  <a:pt x="4" y="2805"/>
                </a:cubicBezTo>
                <a:cubicBezTo>
                  <a:pt x="2" y="2792"/>
                  <a:pt x="0" y="2779"/>
                  <a:pt x="0" y="2766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7976880" y="4300200"/>
            <a:ext cx="3467520" cy="1067400"/>
          </a:xfrm>
          <a:custGeom>
            <a:avLst/>
            <a:gdLst/>
            <a:ahLst/>
            <a:rect l="0" t="0" r="r" b="b"/>
            <a:pathLst>
              <a:path w="9632" h="2965">
                <a:moveTo>
                  <a:pt x="0" y="2766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9434" y="0"/>
                </a:lnTo>
                <a:cubicBezTo>
                  <a:pt x="9447" y="0"/>
                  <a:pt x="9460" y="2"/>
                  <a:pt x="9472" y="4"/>
                </a:cubicBezTo>
                <a:cubicBezTo>
                  <a:pt x="9485" y="7"/>
                  <a:pt x="9498" y="11"/>
                  <a:pt x="9510" y="16"/>
                </a:cubicBezTo>
                <a:cubicBezTo>
                  <a:pt x="9522" y="21"/>
                  <a:pt x="9533" y="27"/>
                  <a:pt x="9544" y="34"/>
                </a:cubicBezTo>
                <a:cubicBezTo>
                  <a:pt x="9555" y="41"/>
                  <a:pt x="9565" y="49"/>
                  <a:pt x="9574" y="59"/>
                </a:cubicBezTo>
                <a:cubicBezTo>
                  <a:pt x="9583" y="68"/>
                  <a:pt x="9592" y="78"/>
                  <a:pt x="9599" y="89"/>
                </a:cubicBezTo>
                <a:cubicBezTo>
                  <a:pt x="9606" y="99"/>
                  <a:pt x="9612" y="111"/>
                  <a:pt x="9617" y="123"/>
                </a:cubicBezTo>
                <a:cubicBezTo>
                  <a:pt x="9622" y="135"/>
                  <a:pt x="9626" y="147"/>
                  <a:pt x="9628" y="160"/>
                </a:cubicBezTo>
                <a:cubicBezTo>
                  <a:pt x="9631" y="173"/>
                  <a:pt x="9632" y="186"/>
                  <a:pt x="9632" y="199"/>
                </a:cubicBezTo>
                <a:lnTo>
                  <a:pt x="9632" y="2766"/>
                </a:lnTo>
                <a:cubicBezTo>
                  <a:pt x="9632" y="2779"/>
                  <a:pt x="9631" y="2792"/>
                  <a:pt x="9628" y="2805"/>
                </a:cubicBezTo>
                <a:cubicBezTo>
                  <a:pt x="9626" y="2818"/>
                  <a:pt x="9622" y="2830"/>
                  <a:pt x="9617" y="2842"/>
                </a:cubicBezTo>
                <a:cubicBezTo>
                  <a:pt x="9612" y="2854"/>
                  <a:pt x="9606" y="2866"/>
                  <a:pt x="9599" y="2877"/>
                </a:cubicBezTo>
                <a:cubicBezTo>
                  <a:pt x="9592" y="2887"/>
                  <a:pt x="9583" y="2897"/>
                  <a:pt x="9574" y="2907"/>
                </a:cubicBezTo>
                <a:cubicBezTo>
                  <a:pt x="9565" y="2916"/>
                  <a:pt x="9555" y="2924"/>
                  <a:pt x="9544" y="2931"/>
                </a:cubicBezTo>
                <a:cubicBezTo>
                  <a:pt x="9533" y="2939"/>
                  <a:pt x="9522" y="2945"/>
                  <a:pt x="9510" y="2950"/>
                </a:cubicBezTo>
                <a:cubicBezTo>
                  <a:pt x="9498" y="2955"/>
                  <a:pt x="9485" y="2958"/>
                  <a:pt x="9472" y="2961"/>
                </a:cubicBezTo>
                <a:cubicBezTo>
                  <a:pt x="9460" y="2963"/>
                  <a:pt x="9447" y="2965"/>
                  <a:pt x="9434" y="2965"/>
                </a:cubicBezTo>
                <a:lnTo>
                  <a:pt x="199" y="2965"/>
                </a:lnTo>
                <a:cubicBezTo>
                  <a:pt x="186" y="2965"/>
                  <a:pt x="173" y="2963"/>
                  <a:pt x="160" y="2961"/>
                </a:cubicBezTo>
                <a:cubicBezTo>
                  <a:pt x="147" y="2958"/>
                  <a:pt x="135" y="2955"/>
                  <a:pt x="123" y="2950"/>
                </a:cubicBezTo>
                <a:cubicBezTo>
                  <a:pt x="111" y="2945"/>
                  <a:pt x="99" y="2939"/>
                  <a:pt x="89" y="2931"/>
                </a:cubicBezTo>
                <a:cubicBezTo>
                  <a:pt x="78" y="2924"/>
                  <a:pt x="68" y="2916"/>
                  <a:pt x="58" y="2907"/>
                </a:cubicBezTo>
                <a:cubicBezTo>
                  <a:pt x="49" y="2897"/>
                  <a:pt x="41" y="2887"/>
                  <a:pt x="34" y="2877"/>
                </a:cubicBezTo>
                <a:cubicBezTo>
                  <a:pt x="27" y="2866"/>
                  <a:pt x="20" y="2854"/>
                  <a:pt x="15" y="2842"/>
                </a:cubicBezTo>
                <a:cubicBezTo>
                  <a:pt x="10" y="2830"/>
                  <a:pt x="7" y="2818"/>
                  <a:pt x="4" y="2805"/>
                </a:cubicBezTo>
                <a:cubicBezTo>
                  <a:pt x="2" y="2792"/>
                  <a:pt x="0" y="2779"/>
                  <a:pt x="0" y="2766"/>
                </a:cubicBezTo>
                <a:close/>
              </a:path>
            </a:pathLst>
          </a:custGeom>
          <a:noFill/>
          <a:ln w="9360">
            <a:solidFill>
              <a:srgbClr val="DADDD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900400" y="4980240"/>
            <a:ext cx="392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Blick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9583200" y="4400640"/>
            <a:ext cx="268920" cy="35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20" b="0" u="none" strike="noStrike">
                <a:solidFill>
                  <a:srgbClr val="295A97"/>
                </a:solidFill>
                <a:effectLst/>
                <a:uFillTx/>
                <a:latin typeface="IBMPlexSans"/>
                <a:ea typeface="IBMPlexSans"/>
              </a:rPr>
              <a:t>✓</a:t>
            </a:r>
            <a:endParaRPr lang="en-US" sz="21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8490960" y="4732560"/>
            <a:ext cx="2435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Live-Radar bei jeder Auswahl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285840" y="197640"/>
            <a:ext cx="2560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Martin-Luther-Universität Halle-Wittenberg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85840" y="6465240"/>
            <a:ext cx="17982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Grundlagen des WWW | SS-26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NotoSans"/>
                <a:ea typeface="NotoSans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" name=""/>
          <p:cNvPicPr/>
          <p:nvPr/>
        </p:nvPicPr>
        <p:blipFill>
          <a:blip r:embed="rId1"/>
          <a:stretch/>
        </p:blipFill>
        <p:spPr>
          <a:xfrm>
            <a:off x="10858320" y="142920"/>
            <a:ext cx="952200" cy="5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752400" y="5171760"/>
            <a:ext cx="10696680" cy="543240"/>
          </a:xfrm>
          <a:custGeom>
            <a:avLst/>
            <a:gdLst/>
            <a:ahLst/>
            <a:rect l="0" t="0" r="r" b="b"/>
            <a:pathLst>
              <a:path w="29713" h="1509">
                <a:moveTo>
                  <a:pt x="0" y="1297"/>
                </a:move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6" y="157"/>
                  <a:pt x="11" y="144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3"/>
                  <a:pt x="82" y="44"/>
                  <a:pt x="94" y="36"/>
                </a:cubicBezTo>
                <a:cubicBezTo>
                  <a:pt x="105" y="28"/>
                  <a:pt x="118" y="22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2"/>
                  <a:pt x="197" y="0"/>
                  <a:pt x="211" y="0"/>
                </a:cubicBezTo>
                <a:lnTo>
                  <a:pt x="29502" y="0"/>
                </a:lnTo>
                <a:cubicBezTo>
                  <a:pt x="29516" y="0"/>
                  <a:pt x="29529" y="2"/>
                  <a:pt x="29543" y="4"/>
                </a:cubicBezTo>
                <a:cubicBezTo>
                  <a:pt x="29557" y="7"/>
                  <a:pt x="29570" y="11"/>
                  <a:pt x="29583" y="16"/>
                </a:cubicBezTo>
                <a:cubicBezTo>
                  <a:pt x="29596" y="22"/>
                  <a:pt x="29608" y="28"/>
                  <a:pt x="29619" y="36"/>
                </a:cubicBezTo>
                <a:cubicBezTo>
                  <a:pt x="29631" y="44"/>
                  <a:pt x="29642" y="53"/>
                  <a:pt x="29651" y="62"/>
                </a:cubicBezTo>
                <a:cubicBezTo>
                  <a:pt x="29661" y="72"/>
                  <a:pt x="29670" y="83"/>
                  <a:pt x="29678" y="94"/>
                </a:cubicBezTo>
                <a:cubicBezTo>
                  <a:pt x="29685" y="106"/>
                  <a:pt x="29692" y="118"/>
                  <a:pt x="29697" y="131"/>
                </a:cubicBezTo>
                <a:cubicBezTo>
                  <a:pt x="29703" y="144"/>
                  <a:pt x="29707" y="157"/>
                  <a:pt x="29709" y="171"/>
                </a:cubicBezTo>
                <a:cubicBezTo>
                  <a:pt x="29712" y="184"/>
                  <a:pt x="29713" y="198"/>
                  <a:pt x="29713" y="212"/>
                </a:cubicBezTo>
                <a:lnTo>
                  <a:pt x="29713" y="1297"/>
                </a:lnTo>
                <a:cubicBezTo>
                  <a:pt x="29713" y="1311"/>
                  <a:pt x="29712" y="1324"/>
                  <a:pt x="29709" y="1338"/>
                </a:cubicBezTo>
                <a:cubicBezTo>
                  <a:pt x="29707" y="1352"/>
                  <a:pt x="29703" y="1365"/>
                  <a:pt x="29697" y="1378"/>
                </a:cubicBezTo>
                <a:cubicBezTo>
                  <a:pt x="29692" y="1391"/>
                  <a:pt x="29685" y="1403"/>
                  <a:pt x="29678" y="1414"/>
                </a:cubicBezTo>
                <a:cubicBezTo>
                  <a:pt x="29670" y="1426"/>
                  <a:pt x="29661" y="1437"/>
                  <a:pt x="29651" y="1447"/>
                </a:cubicBezTo>
                <a:cubicBezTo>
                  <a:pt x="29642" y="1456"/>
                  <a:pt x="29631" y="1465"/>
                  <a:pt x="29619" y="1474"/>
                </a:cubicBezTo>
                <a:cubicBezTo>
                  <a:pt x="29608" y="1482"/>
                  <a:pt x="29596" y="1488"/>
                  <a:pt x="29583" y="1493"/>
                </a:cubicBezTo>
                <a:cubicBezTo>
                  <a:pt x="29570" y="1499"/>
                  <a:pt x="29557" y="1503"/>
                  <a:pt x="29543" y="1505"/>
                </a:cubicBezTo>
                <a:cubicBezTo>
                  <a:pt x="29529" y="1508"/>
                  <a:pt x="29516" y="1509"/>
                  <a:pt x="29502" y="1509"/>
                </a:cubicBezTo>
                <a:lnTo>
                  <a:pt x="211" y="1509"/>
                </a:lnTo>
                <a:cubicBezTo>
                  <a:pt x="197" y="1509"/>
                  <a:pt x="184" y="1508"/>
                  <a:pt x="170" y="1505"/>
                </a:cubicBezTo>
                <a:cubicBezTo>
                  <a:pt x="156" y="1503"/>
                  <a:pt x="143" y="1499"/>
                  <a:pt x="130" y="1493"/>
                </a:cubicBezTo>
                <a:cubicBezTo>
                  <a:pt x="118" y="1488"/>
                  <a:pt x="105" y="1482"/>
                  <a:pt x="94" y="1474"/>
                </a:cubicBezTo>
                <a:cubicBezTo>
                  <a:pt x="82" y="1465"/>
                  <a:pt x="72" y="1456"/>
                  <a:pt x="62" y="1447"/>
                </a:cubicBezTo>
                <a:cubicBezTo>
                  <a:pt x="52" y="1437"/>
                  <a:pt x="43" y="1426"/>
                  <a:pt x="35" y="1414"/>
                </a:cubicBezTo>
                <a:cubicBezTo>
                  <a:pt x="28" y="1403"/>
                  <a:pt x="21" y="1391"/>
                  <a:pt x="16" y="1378"/>
                </a:cubicBezTo>
                <a:cubicBezTo>
                  <a:pt x="11" y="1365"/>
                  <a:pt x="6" y="1352"/>
                  <a:pt x="4" y="1338"/>
                </a:cubicBezTo>
                <a:cubicBezTo>
                  <a:pt x="1" y="1324"/>
                  <a:pt x="0" y="1311"/>
                  <a:pt x="0" y="1297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771480" y="1857240"/>
            <a:ext cx="5258160" cy="1524240"/>
          </a:xfrm>
          <a:custGeom>
            <a:avLst/>
            <a:gdLst/>
            <a:ahLst/>
            <a:rect l="0" t="0" r="r" b="b"/>
            <a:pathLst>
              <a:path w="14606" h="4234">
                <a:moveTo>
                  <a:pt x="0" y="4075"/>
                </a:moveTo>
                <a:lnTo>
                  <a:pt x="0" y="159"/>
                </a:lnTo>
                <a:cubicBezTo>
                  <a:pt x="0" y="138"/>
                  <a:pt x="2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1" y="0"/>
                  <a:pt x="105" y="0"/>
                </a:cubicBezTo>
                <a:lnTo>
                  <a:pt x="14447" y="0"/>
                </a:lnTo>
                <a:cubicBezTo>
                  <a:pt x="14457" y="0"/>
                  <a:pt x="14468" y="1"/>
                  <a:pt x="14478" y="3"/>
                </a:cubicBezTo>
                <a:cubicBezTo>
                  <a:pt x="14488" y="5"/>
                  <a:pt x="14498" y="8"/>
                  <a:pt x="14508" y="12"/>
                </a:cubicBezTo>
                <a:cubicBezTo>
                  <a:pt x="14517" y="16"/>
                  <a:pt x="14526" y="21"/>
                  <a:pt x="14535" y="27"/>
                </a:cubicBezTo>
                <a:cubicBezTo>
                  <a:pt x="14544" y="32"/>
                  <a:pt x="14552" y="39"/>
                  <a:pt x="14559" y="46"/>
                </a:cubicBezTo>
                <a:cubicBezTo>
                  <a:pt x="14566" y="54"/>
                  <a:pt x="14573" y="62"/>
                  <a:pt x="14579" y="70"/>
                </a:cubicBezTo>
                <a:cubicBezTo>
                  <a:pt x="14585" y="79"/>
                  <a:pt x="14590" y="88"/>
                  <a:pt x="14594" y="98"/>
                </a:cubicBezTo>
                <a:cubicBezTo>
                  <a:pt x="14598" y="108"/>
                  <a:pt x="14601" y="117"/>
                  <a:pt x="14603" y="128"/>
                </a:cubicBezTo>
                <a:cubicBezTo>
                  <a:pt x="14605" y="138"/>
                  <a:pt x="14606" y="148"/>
                  <a:pt x="14606" y="159"/>
                </a:cubicBezTo>
                <a:lnTo>
                  <a:pt x="14606" y="4075"/>
                </a:lnTo>
                <a:cubicBezTo>
                  <a:pt x="14606" y="4086"/>
                  <a:pt x="14605" y="4096"/>
                  <a:pt x="14603" y="4106"/>
                </a:cubicBezTo>
                <a:cubicBezTo>
                  <a:pt x="14601" y="4117"/>
                  <a:pt x="14598" y="4127"/>
                  <a:pt x="14594" y="4136"/>
                </a:cubicBezTo>
                <a:cubicBezTo>
                  <a:pt x="14590" y="4146"/>
                  <a:pt x="14585" y="4155"/>
                  <a:pt x="14579" y="4164"/>
                </a:cubicBezTo>
                <a:cubicBezTo>
                  <a:pt x="14573" y="4172"/>
                  <a:pt x="14566" y="4180"/>
                  <a:pt x="14559" y="4188"/>
                </a:cubicBezTo>
                <a:cubicBezTo>
                  <a:pt x="14552" y="4195"/>
                  <a:pt x="14544" y="4202"/>
                  <a:pt x="14535" y="4207"/>
                </a:cubicBezTo>
                <a:cubicBezTo>
                  <a:pt x="14526" y="4213"/>
                  <a:pt x="14517" y="4218"/>
                  <a:pt x="14508" y="4222"/>
                </a:cubicBezTo>
                <a:cubicBezTo>
                  <a:pt x="14498" y="4226"/>
                  <a:pt x="14488" y="4229"/>
                  <a:pt x="14478" y="4231"/>
                </a:cubicBezTo>
                <a:cubicBezTo>
                  <a:pt x="14468" y="4233"/>
                  <a:pt x="14457" y="4234"/>
                  <a:pt x="14447" y="4234"/>
                </a:cubicBezTo>
                <a:lnTo>
                  <a:pt x="105" y="4234"/>
                </a:lnTo>
                <a:cubicBezTo>
                  <a:pt x="91" y="4234"/>
                  <a:pt x="78" y="4230"/>
                  <a:pt x="65" y="4222"/>
                </a:cubicBezTo>
                <a:cubicBezTo>
                  <a:pt x="52" y="4214"/>
                  <a:pt x="41" y="4203"/>
                  <a:pt x="31" y="4188"/>
                </a:cubicBezTo>
                <a:cubicBezTo>
                  <a:pt x="21" y="4173"/>
                  <a:pt x="13" y="4156"/>
                  <a:pt x="8" y="4136"/>
                </a:cubicBezTo>
                <a:cubicBezTo>
                  <a:pt x="2" y="4117"/>
                  <a:pt x="0" y="4097"/>
                  <a:pt x="0" y="4075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752400" y="1857240"/>
            <a:ext cx="57240" cy="1524240"/>
          </a:xfrm>
          <a:custGeom>
            <a:avLst/>
            <a:gdLst/>
            <a:ahLst/>
            <a:rect l="0" t="0" r="r" b="b"/>
            <a:pathLst>
              <a:path w="159" h="4234">
                <a:moveTo>
                  <a:pt x="0" y="0"/>
                </a:moveTo>
                <a:lnTo>
                  <a:pt x="159" y="0"/>
                </a:lnTo>
                <a:lnTo>
                  <a:pt x="159" y="4234"/>
                </a:lnTo>
                <a:lnTo>
                  <a:pt x="0" y="4234"/>
                </a:lnTo>
                <a:lnTo>
                  <a:pt x="0" y="0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3281040" y="2033280"/>
            <a:ext cx="257760" cy="257760"/>
          </a:xfrm>
          <a:custGeom>
            <a:avLst/>
            <a:gdLst/>
            <a:ahLst/>
            <a:rect l="0" t="0" r="r" b="b"/>
            <a:pathLst>
              <a:path w="716" h="716">
                <a:moveTo>
                  <a:pt x="80" y="557"/>
                </a:moveTo>
                <a:lnTo>
                  <a:pt x="80" y="232"/>
                </a:lnTo>
                <a:cubicBezTo>
                  <a:pt x="57" y="223"/>
                  <a:pt x="38" y="209"/>
                  <a:pt x="23" y="188"/>
                </a:cubicBezTo>
                <a:cubicBezTo>
                  <a:pt x="8" y="168"/>
                  <a:pt x="0" y="145"/>
                  <a:pt x="0" y="119"/>
                </a:cubicBezTo>
                <a:cubicBezTo>
                  <a:pt x="0" y="86"/>
                  <a:pt x="12" y="58"/>
                  <a:pt x="35" y="35"/>
                </a:cubicBezTo>
                <a:cubicBezTo>
                  <a:pt x="58" y="12"/>
                  <a:pt x="86" y="0"/>
                  <a:pt x="119" y="0"/>
                </a:cubicBezTo>
                <a:cubicBezTo>
                  <a:pt x="153" y="0"/>
                  <a:pt x="181" y="12"/>
                  <a:pt x="204" y="35"/>
                </a:cubicBezTo>
                <a:cubicBezTo>
                  <a:pt x="227" y="58"/>
                  <a:pt x="239" y="86"/>
                  <a:pt x="239" y="119"/>
                </a:cubicBezTo>
                <a:cubicBezTo>
                  <a:pt x="239" y="145"/>
                  <a:pt x="231" y="168"/>
                  <a:pt x="216" y="188"/>
                </a:cubicBezTo>
                <a:cubicBezTo>
                  <a:pt x="201" y="209"/>
                  <a:pt x="182" y="223"/>
                  <a:pt x="159" y="232"/>
                </a:cubicBezTo>
                <a:lnTo>
                  <a:pt x="159" y="557"/>
                </a:lnTo>
                <a:cubicBezTo>
                  <a:pt x="159" y="579"/>
                  <a:pt x="167" y="597"/>
                  <a:pt x="182" y="613"/>
                </a:cubicBezTo>
                <a:cubicBezTo>
                  <a:pt x="198" y="629"/>
                  <a:pt x="217" y="636"/>
                  <a:pt x="239" y="636"/>
                </a:cubicBezTo>
                <a:cubicBezTo>
                  <a:pt x="260" y="636"/>
                  <a:pt x="279" y="629"/>
                  <a:pt x="295" y="613"/>
                </a:cubicBezTo>
                <a:cubicBezTo>
                  <a:pt x="310" y="598"/>
                  <a:pt x="318" y="579"/>
                  <a:pt x="318" y="557"/>
                </a:cubicBezTo>
                <a:lnTo>
                  <a:pt x="318" y="159"/>
                </a:lnTo>
                <a:cubicBezTo>
                  <a:pt x="318" y="115"/>
                  <a:pt x="333" y="78"/>
                  <a:pt x="365" y="47"/>
                </a:cubicBezTo>
                <a:cubicBezTo>
                  <a:pt x="396" y="16"/>
                  <a:pt x="433" y="0"/>
                  <a:pt x="477" y="0"/>
                </a:cubicBezTo>
                <a:cubicBezTo>
                  <a:pt x="520" y="0"/>
                  <a:pt x="559" y="16"/>
                  <a:pt x="590" y="47"/>
                </a:cubicBezTo>
                <a:cubicBezTo>
                  <a:pt x="621" y="78"/>
                  <a:pt x="636" y="115"/>
                  <a:pt x="636" y="159"/>
                </a:cubicBezTo>
                <a:lnTo>
                  <a:pt x="636" y="485"/>
                </a:lnTo>
                <a:cubicBezTo>
                  <a:pt x="660" y="493"/>
                  <a:pt x="679" y="508"/>
                  <a:pt x="693" y="528"/>
                </a:cubicBezTo>
                <a:cubicBezTo>
                  <a:pt x="708" y="548"/>
                  <a:pt x="716" y="571"/>
                  <a:pt x="716" y="597"/>
                </a:cubicBezTo>
                <a:cubicBezTo>
                  <a:pt x="716" y="630"/>
                  <a:pt x="704" y="658"/>
                  <a:pt x="681" y="681"/>
                </a:cubicBezTo>
                <a:cubicBezTo>
                  <a:pt x="658" y="704"/>
                  <a:pt x="630" y="716"/>
                  <a:pt x="597" y="716"/>
                </a:cubicBezTo>
                <a:cubicBezTo>
                  <a:pt x="564" y="716"/>
                  <a:pt x="536" y="704"/>
                  <a:pt x="511" y="681"/>
                </a:cubicBezTo>
                <a:cubicBezTo>
                  <a:pt x="488" y="658"/>
                  <a:pt x="477" y="630"/>
                  <a:pt x="477" y="597"/>
                </a:cubicBezTo>
                <a:cubicBezTo>
                  <a:pt x="477" y="571"/>
                  <a:pt x="484" y="548"/>
                  <a:pt x="499" y="527"/>
                </a:cubicBezTo>
                <a:cubicBezTo>
                  <a:pt x="514" y="507"/>
                  <a:pt x="534" y="492"/>
                  <a:pt x="557" y="485"/>
                </a:cubicBezTo>
                <a:lnTo>
                  <a:pt x="557" y="159"/>
                </a:lnTo>
                <a:cubicBezTo>
                  <a:pt x="557" y="137"/>
                  <a:pt x="549" y="119"/>
                  <a:pt x="534" y="103"/>
                </a:cubicBezTo>
                <a:cubicBezTo>
                  <a:pt x="517" y="88"/>
                  <a:pt x="499" y="80"/>
                  <a:pt x="477" y="80"/>
                </a:cubicBezTo>
                <a:cubicBezTo>
                  <a:pt x="455" y="80"/>
                  <a:pt x="436" y="87"/>
                  <a:pt x="421" y="103"/>
                </a:cubicBezTo>
                <a:cubicBezTo>
                  <a:pt x="405" y="119"/>
                  <a:pt x="397" y="137"/>
                  <a:pt x="397" y="159"/>
                </a:cubicBezTo>
                <a:lnTo>
                  <a:pt x="397" y="557"/>
                </a:lnTo>
                <a:cubicBezTo>
                  <a:pt x="397" y="601"/>
                  <a:pt x="382" y="638"/>
                  <a:pt x="351" y="669"/>
                </a:cubicBezTo>
                <a:cubicBezTo>
                  <a:pt x="320" y="700"/>
                  <a:pt x="282" y="716"/>
                  <a:pt x="239" y="716"/>
                </a:cubicBezTo>
                <a:cubicBezTo>
                  <a:pt x="195" y="716"/>
                  <a:pt x="157" y="700"/>
                  <a:pt x="126" y="669"/>
                </a:cubicBezTo>
                <a:cubicBezTo>
                  <a:pt x="95" y="638"/>
                  <a:pt x="80" y="601"/>
                  <a:pt x="80" y="557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47720" y="1121040"/>
            <a:ext cx="29001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NotoSans-Semi"/>
                <a:ea typeface="NotoSans-Semi"/>
              </a:rPr>
              <a:t>App-Architektur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881800" y="2374560"/>
            <a:ext cx="10580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Drei Seiten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045080" y="2679480"/>
            <a:ext cx="47426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Home, Closet und About - alle über die Browser-URL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181560" y="1857240"/>
            <a:ext cx="5267520" cy="1524240"/>
          </a:xfrm>
          <a:custGeom>
            <a:avLst/>
            <a:gdLst/>
            <a:ahLst/>
            <a:rect l="0" t="0" r="r" b="b"/>
            <a:pathLst>
              <a:path w="14632" h="4234">
                <a:moveTo>
                  <a:pt x="0" y="4075"/>
                </a:moveTo>
                <a:lnTo>
                  <a:pt x="0" y="159"/>
                </a:lnTo>
                <a:cubicBezTo>
                  <a:pt x="0" y="138"/>
                  <a:pt x="3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2" y="0"/>
                  <a:pt x="106" y="0"/>
                </a:cubicBezTo>
                <a:lnTo>
                  <a:pt x="14474" y="0"/>
                </a:lnTo>
                <a:cubicBezTo>
                  <a:pt x="14484" y="0"/>
                  <a:pt x="14494" y="1"/>
                  <a:pt x="14505" y="3"/>
                </a:cubicBezTo>
                <a:cubicBezTo>
                  <a:pt x="14515" y="5"/>
                  <a:pt x="14525" y="8"/>
                  <a:pt x="14534" y="12"/>
                </a:cubicBezTo>
                <a:cubicBezTo>
                  <a:pt x="14544" y="16"/>
                  <a:pt x="14553" y="21"/>
                  <a:pt x="14562" y="27"/>
                </a:cubicBezTo>
                <a:cubicBezTo>
                  <a:pt x="14571" y="32"/>
                  <a:pt x="14579" y="39"/>
                  <a:pt x="14586" y="46"/>
                </a:cubicBezTo>
                <a:cubicBezTo>
                  <a:pt x="14593" y="54"/>
                  <a:pt x="14600" y="62"/>
                  <a:pt x="14606" y="70"/>
                </a:cubicBezTo>
                <a:cubicBezTo>
                  <a:pt x="14611" y="79"/>
                  <a:pt x="14616" y="88"/>
                  <a:pt x="14620" y="98"/>
                </a:cubicBezTo>
                <a:cubicBezTo>
                  <a:pt x="14624" y="108"/>
                  <a:pt x="14627" y="117"/>
                  <a:pt x="14629" y="128"/>
                </a:cubicBezTo>
                <a:cubicBezTo>
                  <a:pt x="14631" y="138"/>
                  <a:pt x="14632" y="148"/>
                  <a:pt x="14632" y="159"/>
                </a:cubicBezTo>
                <a:lnTo>
                  <a:pt x="14632" y="4075"/>
                </a:lnTo>
                <a:cubicBezTo>
                  <a:pt x="14632" y="4086"/>
                  <a:pt x="14631" y="4096"/>
                  <a:pt x="14629" y="4106"/>
                </a:cubicBezTo>
                <a:cubicBezTo>
                  <a:pt x="14627" y="4117"/>
                  <a:pt x="14624" y="4127"/>
                  <a:pt x="14620" y="4136"/>
                </a:cubicBezTo>
                <a:cubicBezTo>
                  <a:pt x="14616" y="4146"/>
                  <a:pt x="14611" y="4155"/>
                  <a:pt x="14606" y="4164"/>
                </a:cubicBezTo>
                <a:cubicBezTo>
                  <a:pt x="14600" y="4172"/>
                  <a:pt x="14593" y="4180"/>
                  <a:pt x="14586" y="4188"/>
                </a:cubicBezTo>
                <a:cubicBezTo>
                  <a:pt x="14579" y="4195"/>
                  <a:pt x="14571" y="4202"/>
                  <a:pt x="14562" y="4207"/>
                </a:cubicBezTo>
                <a:cubicBezTo>
                  <a:pt x="14553" y="4213"/>
                  <a:pt x="14544" y="4218"/>
                  <a:pt x="14534" y="4222"/>
                </a:cubicBezTo>
                <a:cubicBezTo>
                  <a:pt x="14525" y="4226"/>
                  <a:pt x="14515" y="4229"/>
                  <a:pt x="14505" y="4231"/>
                </a:cubicBezTo>
                <a:cubicBezTo>
                  <a:pt x="14494" y="4233"/>
                  <a:pt x="14484" y="4234"/>
                  <a:pt x="14474" y="4234"/>
                </a:cubicBezTo>
                <a:lnTo>
                  <a:pt x="106" y="4234"/>
                </a:lnTo>
                <a:cubicBezTo>
                  <a:pt x="92" y="4234"/>
                  <a:pt x="78" y="4230"/>
                  <a:pt x="65" y="4222"/>
                </a:cubicBezTo>
                <a:cubicBezTo>
                  <a:pt x="52" y="4214"/>
                  <a:pt x="41" y="4203"/>
                  <a:pt x="31" y="4188"/>
                </a:cubicBezTo>
                <a:cubicBezTo>
                  <a:pt x="21" y="4173"/>
                  <a:pt x="13" y="4156"/>
                  <a:pt x="8" y="4136"/>
                </a:cubicBezTo>
                <a:cubicBezTo>
                  <a:pt x="3" y="4117"/>
                  <a:pt x="0" y="4097"/>
                  <a:pt x="0" y="4075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162480" y="1857240"/>
            <a:ext cx="57600" cy="1524240"/>
          </a:xfrm>
          <a:custGeom>
            <a:avLst/>
            <a:gdLst/>
            <a:ahLst/>
            <a:rect l="0" t="0" r="r" b="b"/>
            <a:pathLst>
              <a:path w="160" h="4234">
                <a:moveTo>
                  <a:pt x="0" y="0"/>
                </a:moveTo>
                <a:lnTo>
                  <a:pt x="160" y="0"/>
                </a:lnTo>
                <a:lnTo>
                  <a:pt x="160" y="4234"/>
                </a:lnTo>
                <a:lnTo>
                  <a:pt x="0" y="4234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8677080" y="2076120"/>
            <a:ext cx="286200" cy="172080"/>
          </a:xfrm>
          <a:custGeom>
            <a:avLst/>
            <a:gdLst/>
            <a:ahLst/>
            <a:rect l="0" t="0" r="r" b="b"/>
            <a:pathLst>
              <a:path w="795" h="478">
                <a:moveTo>
                  <a:pt x="239" y="478"/>
                </a:moveTo>
                <a:lnTo>
                  <a:pt x="0" y="240"/>
                </a:lnTo>
                <a:lnTo>
                  <a:pt x="239" y="0"/>
                </a:lnTo>
                <a:lnTo>
                  <a:pt x="296" y="57"/>
                </a:lnTo>
                <a:lnTo>
                  <a:pt x="113" y="241"/>
                </a:lnTo>
                <a:lnTo>
                  <a:pt x="295" y="422"/>
                </a:lnTo>
                <a:lnTo>
                  <a:pt x="239" y="478"/>
                </a:lnTo>
                <a:moveTo>
                  <a:pt x="557" y="478"/>
                </a:moveTo>
                <a:lnTo>
                  <a:pt x="500" y="421"/>
                </a:lnTo>
                <a:lnTo>
                  <a:pt x="683" y="239"/>
                </a:lnTo>
                <a:lnTo>
                  <a:pt x="501" y="56"/>
                </a:lnTo>
                <a:lnTo>
                  <a:pt x="557" y="0"/>
                </a:lnTo>
                <a:lnTo>
                  <a:pt x="795" y="240"/>
                </a:lnTo>
                <a:lnTo>
                  <a:pt x="557" y="478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677960" y="2965320"/>
            <a:ext cx="34743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erreichbar mit Vor-/Zurück-Navigation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071920" y="2374560"/>
            <a:ext cx="15044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Daten aus JSON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555600" y="2679480"/>
            <a:ext cx="45471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50+ Kleidungsstücke werden aus einer JSON-Datei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771480" y="3514680"/>
            <a:ext cx="5258160" cy="1524240"/>
          </a:xfrm>
          <a:custGeom>
            <a:avLst/>
            <a:gdLst/>
            <a:ahLst/>
            <a:rect l="0" t="0" r="r" b="b"/>
            <a:pathLst>
              <a:path w="14606" h="4234">
                <a:moveTo>
                  <a:pt x="0" y="4075"/>
                </a:moveTo>
                <a:lnTo>
                  <a:pt x="0" y="158"/>
                </a:lnTo>
                <a:cubicBezTo>
                  <a:pt x="0" y="137"/>
                  <a:pt x="2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1" y="0"/>
                  <a:pt x="105" y="0"/>
                </a:cubicBezTo>
                <a:lnTo>
                  <a:pt x="14447" y="0"/>
                </a:lnTo>
                <a:cubicBezTo>
                  <a:pt x="14457" y="0"/>
                  <a:pt x="14468" y="1"/>
                  <a:pt x="14478" y="3"/>
                </a:cubicBezTo>
                <a:cubicBezTo>
                  <a:pt x="14488" y="5"/>
                  <a:pt x="14498" y="8"/>
                  <a:pt x="14508" y="12"/>
                </a:cubicBezTo>
                <a:cubicBezTo>
                  <a:pt x="14517" y="16"/>
                  <a:pt x="14526" y="21"/>
                  <a:pt x="14535" y="26"/>
                </a:cubicBezTo>
                <a:cubicBezTo>
                  <a:pt x="14544" y="32"/>
                  <a:pt x="14552" y="39"/>
                  <a:pt x="14559" y="46"/>
                </a:cubicBezTo>
                <a:cubicBezTo>
                  <a:pt x="14566" y="53"/>
                  <a:pt x="14573" y="62"/>
                  <a:pt x="14579" y="70"/>
                </a:cubicBezTo>
                <a:cubicBezTo>
                  <a:pt x="14585" y="79"/>
                  <a:pt x="14590" y="88"/>
                  <a:pt x="14594" y="98"/>
                </a:cubicBezTo>
                <a:cubicBezTo>
                  <a:pt x="14598" y="107"/>
                  <a:pt x="14601" y="117"/>
                  <a:pt x="14603" y="127"/>
                </a:cubicBezTo>
                <a:cubicBezTo>
                  <a:pt x="14605" y="138"/>
                  <a:pt x="14606" y="148"/>
                  <a:pt x="14606" y="158"/>
                </a:cubicBezTo>
                <a:lnTo>
                  <a:pt x="14606" y="4075"/>
                </a:lnTo>
                <a:cubicBezTo>
                  <a:pt x="14606" y="4086"/>
                  <a:pt x="14605" y="4096"/>
                  <a:pt x="14603" y="4106"/>
                </a:cubicBezTo>
                <a:cubicBezTo>
                  <a:pt x="14601" y="4116"/>
                  <a:pt x="14598" y="4126"/>
                  <a:pt x="14594" y="4136"/>
                </a:cubicBezTo>
                <a:cubicBezTo>
                  <a:pt x="14590" y="4146"/>
                  <a:pt x="14585" y="4155"/>
                  <a:pt x="14579" y="4163"/>
                </a:cubicBezTo>
                <a:cubicBezTo>
                  <a:pt x="14573" y="4172"/>
                  <a:pt x="14566" y="4180"/>
                  <a:pt x="14559" y="4187"/>
                </a:cubicBezTo>
                <a:cubicBezTo>
                  <a:pt x="14552" y="4195"/>
                  <a:pt x="14544" y="4201"/>
                  <a:pt x="14535" y="4207"/>
                </a:cubicBezTo>
                <a:cubicBezTo>
                  <a:pt x="14526" y="4213"/>
                  <a:pt x="14517" y="4218"/>
                  <a:pt x="14508" y="4222"/>
                </a:cubicBezTo>
                <a:cubicBezTo>
                  <a:pt x="14498" y="4226"/>
                  <a:pt x="14488" y="4229"/>
                  <a:pt x="14478" y="4231"/>
                </a:cubicBezTo>
                <a:cubicBezTo>
                  <a:pt x="14468" y="4233"/>
                  <a:pt x="14457" y="4234"/>
                  <a:pt x="14447" y="4234"/>
                </a:cubicBezTo>
                <a:lnTo>
                  <a:pt x="105" y="4234"/>
                </a:lnTo>
                <a:cubicBezTo>
                  <a:pt x="91" y="4234"/>
                  <a:pt x="78" y="4230"/>
                  <a:pt x="65" y="4222"/>
                </a:cubicBezTo>
                <a:cubicBezTo>
                  <a:pt x="52" y="4214"/>
                  <a:pt x="41" y="4202"/>
                  <a:pt x="31" y="4187"/>
                </a:cubicBezTo>
                <a:cubicBezTo>
                  <a:pt x="21" y="4173"/>
                  <a:pt x="13" y="4155"/>
                  <a:pt x="8" y="4136"/>
                </a:cubicBezTo>
                <a:cubicBezTo>
                  <a:pt x="2" y="4117"/>
                  <a:pt x="0" y="4096"/>
                  <a:pt x="0" y="4075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752400" y="3514680"/>
            <a:ext cx="57240" cy="1524240"/>
          </a:xfrm>
          <a:custGeom>
            <a:avLst/>
            <a:gdLst/>
            <a:ahLst/>
            <a:rect l="0" t="0" r="r" b="b"/>
            <a:pathLst>
              <a:path w="159" h="4234">
                <a:moveTo>
                  <a:pt x="0" y="0"/>
                </a:moveTo>
                <a:lnTo>
                  <a:pt x="159" y="0"/>
                </a:lnTo>
                <a:lnTo>
                  <a:pt x="159" y="4234"/>
                </a:lnTo>
                <a:lnTo>
                  <a:pt x="0" y="4234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3267000" y="3690720"/>
            <a:ext cx="271800" cy="257760"/>
          </a:xfrm>
          <a:custGeom>
            <a:avLst/>
            <a:gdLst/>
            <a:ahLst/>
            <a:rect l="0" t="0" r="r" b="b"/>
            <a:pathLst>
              <a:path w="755" h="716">
                <a:moveTo>
                  <a:pt x="307" y="710"/>
                </a:moveTo>
                <a:cubicBezTo>
                  <a:pt x="379" y="682"/>
                  <a:pt x="363" y="605"/>
                  <a:pt x="327" y="557"/>
                </a:cubicBezTo>
                <a:cubicBezTo>
                  <a:pt x="291" y="507"/>
                  <a:pt x="243" y="473"/>
                  <a:pt x="193" y="440"/>
                </a:cubicBezTo>
                <a:cubicBezTo>
                  <a:pt x="158" y="418"/>
                  <a:pt x="127" y="391"/>
                  <a:pt x="101" y="358"/>
                </a:cubicBezTo>
                <a:cubicBezTo>
                  <a:pt x="89" y="345"/>
                  <a:pt x="67" y="321"/>
                  <a:pt x="90" y="316"/>
                </a:cubicBezTo>
                <a:cubicBezTo>
                  <a:pt x="113" y="311"/>
                  <a:pt x="154" y="334"/>
                  <a:pt x="174" y="343"/>
                </a:cubicBezTo>
                <a:cubicBezTo>
                  <a:pt x="210" y="358"/>
                  <a:pt x="246" y="376"/>
                  <a:pt x="280" y="396"/>
                </a:cubicBezTo>
                <a:lnTo>
                  <a:pt x="320" y="329"/>
                </a:lnTo>
                <a:cubicBezTo>
                  <a:pt x="258" y="288"/>
                  <a:pt x="178" y="252"/>
                  <a:pt x="104" y="241"/>
                </a:cubicBezTo>
                <a:cubicBezTo>
                  <a:pt x="62" y="235"/>
                  <a:pt x="18" y="244"/>
                  <a:pt x="4" y="289"/>
                </a:cubicBezTo>
                <a:cubicBezTo>
                  <a:pt x="-9" y="329"/>
                  <a:pt x="11" y="368"/>
                  <a:pt x="34" y="399"/>
                </a:cubicBezTo>
                <a:cubicBezTo>
                  <a:pt x="89" y="472"/>
                  <a:pt x="173" y="507"/>
                  <a:pt x="236" y="569"/>
                </a:cubicBezTo>
                <a:cubicBezTo>
                  <a:pt x="250" y="583"/>
                  <a:pt x="266" y="598"/>
                  <a:pt x="274" y="616"/>
                </a:cubicBezTo>
                <a:cubicBezTo>
                  <a:pt x="282" y="634"/>
                  <a:pt x="280" y="635"/>
                  <a:pt x="262" y="635"/>
                </a:cubicBezTo>
                <a:cubicBezTo>
                  <a:pt x="212" y="635"/>
                  <a:pt x="151" y="596"/>
                  <a:pt x="111" y="571"/>
                </a:cubicBezTo>
                <a:lnTo>
                  <a:pt x="71" y="638"/>
                </a:lnTo>
                <a:cubicBezTo>
                  <a:pt x="131" y="676"/>
                  <a:pt x="233" y="734"/>
                  <a:pt x="307" y="710"/>
                </a:cubicBezTo>
                <a:moveTo>
                  <a:pt x="748" y="89"/>
                </a:moveTo>
                <a:cubicBezTo>
                  <a:pt x="757" y="81"/>
                  <a:pt x="757" y="66"/>
                  <a:pt x="748" y="58"/>
                </a:cubicBezTo>
                <a:lnTo>
                  <a:pt x="697" y="6"/>
                </a:lnTo>
                <a:cubicBezTo>
                  <a:pt x="693" y="2"/>
                  <a:pt x="687" y="0"/>
                  <a:pt x="681" y="0"/>
                </a:cubicBezTo>
                <a:cubicBezTo>
                  <a:pt x="675" y="0"/>
                  <a:pt x="670" y="2"/>
                  <a:pt x="666" y="6"/>
                </a:cubicBezTo>
                <a:lnTo>
                  <a:pt x="625" y="47"/>
                </a:lnTo>
                <a:lnTo>
                  <a:pt x="708" y="130"/>
                </a:lnTo>
                <a:lnTo>
                  <a:pt x="748" y="89"/>
                </a:lnTo>
                <a:moveTo>
                  <a:pt x="358" y="315"/>
                </a:moveTo>
                <a:lnTo>
                  <a:pt x="358" y="398"/>
                </a:lnTo>
                <a:lnTo>
                  <a:pt x="440" y="398"/>
                </a:lnTo>
                <a:lnTo>
                  <a:pt x="685" y="154"/>
                </a:lnTo>
                <a:lnTo>
                  <a:pt x="602" y="70"/>
                </a:lnTo>
                <a:lnTo>
                  <a:pt x="358" y="315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473520" y="2965320"/>
            <a:ext cx="47077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geladen und typsicher in die App-Struktur übersetzt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606400" y="4032000"/>
            <a:ext cx="16117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Interaktives SVG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999720" y="4336920"/>
            <a:ext cx="48312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Das Radar-Diagramm ist ein echtes SVG und zeichnet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181560" y="3514680"/>
            <a:ext cx="5267520" cy="1524240"/>
          </a:xfrm>
          <a:custGeom>
            <a:avLst/>
            <a:gdLst/>
            <a:ahLst/>
            <a:rect l="0" t="0" r="r" b="b"/>
            <a:pathLst>
              <a:path w="14632" h="4234">
                <a:moveTo>
                  <a:pt x="0" y="4075"/>
                </a:moveTo>
                <a:lnTo>
                  <a:pt x="0" y="158"/>
                </a:lnTo>
                <a:cubicBezTo>
                  <a:pt x="0" y="137"/>
                  <a:pt x="3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2" y="0"/>
                  <a:pt x="106" y="0"/>
                </a:cubicBezTo>
                <a:lnTo>
                  <a:pt x="14474" y="0"/>
                </a:lnTo>
                <a:cubicBezTo>
                  <a:pt x="14484" y="0"/>
                  <a:pt x="14494" y="1"/>
                  <a:pt x="14505" y="3"/>
                </a:cubicBezTo>
                <a:cubicBezTo>
                  <a:pt x="14515" y="5"/>
                  <a:pt x="14525" y="8"/>
                  <a:pt x="14534" y="12"/>
                </a:cubicBezTo>
                <a:cubicBezTo>
                  <a:pt x="14544" y="16"/>
                  <a:pt x="14553" y="21"/>
                  <a:pt x="14562" y="26"/>
                </a:cubicBezTo>
                <a:cubicBezTo>
                  <a:pt x="14571" y="32"/>
                  <a:pt x="14579" y="39"/>
                  <a:pt x="14586" y="46"/>
                </a:cubicBezTo>
                <a:cubicBezTo>
                  <a:pt x="14593" y="53"/>
                  <a:pt x="14600" y="62"/>
                  <a:pt x="14606" y="70"/>
                </a:cubicBezTo>
                <a:cubicBezTo>
                  <a:pt x="14611" y="79"/>
                  <a:pt x="14616" y="88"/>
                  <a:pt x="14620" y="98"/>
                </a:cubicBezTo>
                <a:cubicBezTo>
                  <a:pt x="14624" y="107"/>
                  <a:pt x="14627" y="117"/>
                  <a:pt x="14629" y="127"/>
                </a:cubicBezTo>
                <a:cubicBezTo>
                  <a:pt x="14631" y="138"/>
                  <a:pt x="14632" y="148"/>
                  <a:pt x="14632" y="158"/>
                </a:cubicBezTo>
                <a:lnTo>
                  <a:pt x="14632" y="4075"/>
                </a:lnTo>
                <a:cubicBezTo>
                  <a:pt x="14632" y="4086"/>
                  <a:pt x="14631" y="4096"/>
                  <a:pt x="14629" y="4106"/>
                </a:cubicBezTo>
                <a:cubicBezTo>
                  <a:pt x="14627" y="4116"/>
                  <a:pt x="14624" y="4126"/>
                  <a:pt x="14620" y="4136"/>
                </a:cubicBezTo>
                <a:cubicBezTo>
                  <a:pt x="14616" y="4146"/>
                  <a:pt x="14611" y="4155"/>
                  <a:pt x="14606" y="4163"/>
                </a:cubicBezTo>
                <a:cubicBezTo>
                  <a:pt x="14600" y="4172"/>
                  <a:pt x="14593" y="4180"/>
                  <a:pt x="14586" y="4187"/>
                </a:cubicBezTo>
                <a:cubicBezTo>
                  <a:pt x="14579" y="4195"/>
                  <a:pt x="14571" y="4201"/>
                  <a:pt x="14562" y="4207"/>
                </a:cubicBezTo>
                <a:cubicBezTo>
                  <a:pt x="14553" y="4213"/>
                  <a:pt x="14544" y="4218"/>
                  <a:pt x="14534" y="4222"/>
                </a:cubicBezTo>
                <a:cubicBezTo>
                  <a:pt x="14525" y="4226"/>
                  <a:pt x="14515" y="4229"/>
                  <a:pt x="14505" y="4231"/>
                </a:cubicBezTo>
                <a:cubicBezTo>
                  <a:pt x="14494" y="4233"/>
                  <a:pt x="14484" y="4234"/>
                  <a:pt x="14474" y="4234"/>
                </a:cubicBezTo>
                <a:lnTo>
                  <a:pt x="106" y="4234"/>
                </a:lnTo>
                <a:cubicBezTo>
                  <a:pt x="92" y="4234"/>
                  <a:pt x="78" y="4230"/>
                  <a:pt x="65" y="4222"/>
                </a:cubicBezTo>
                <a:cubicBezTo>
                  <a:pt x="52" y="4214"/>
                  <a:pt x="41" y="4202"/>
                  <a:pt x="31" y="4187"/>
                </a:cubicBezTo>
                <a:cubicBezTo>
                  <a:pt x="21" y="4173"/>
                  <a:pt x="13" y="4155"/>
                  <a:pt x="8" y="4136"/>
                </a:cubicBezTo>
                <a:cubicBezTo>
                  <a:pt x="3" y="4117"/>
                  <a:pt x="0" y="4096"/>
                  <a:pt x="0" y="4075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6162480" y="3514680"/>
            <a:ext cx="57600" cy="1524240"/>
          </a:xfrm>
          <a:custGeom>
            <a:avLst/>
            <a:gdLst/>
            <a:ahLst/>
            <a:rect l="0" t="0" r="r" b="b"/>
            <a:pathLst>
              <a:path w="160" h="4234">
                <a:moveTo>
                  <a:pt x="0" y="0"/>
                </a:moveTo>
                <a:lnTo>
                  <a:pt x="160" y="0"/>
                </a:lnTo>
                <a:lnTo>
                  <a:pt x="160" y="4234"/>
                </a:lnTo>
                <a:lnTo>
                  <a:pt x="0" y="4234"/>
                </a:lnTo>
                <a:lnTo>
                  <a:pt x="0" y="0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8677080" y="3662280"/>
            <a:ext cx="300240" cy="300240"/>
          </a:xfrm>
          <a:custGeom>
            <a:avLst/>
            <a:gdLst/>
            <a:ahLst/>
            <a:rect l="0" t="0" r="r" b="b"/>
            <a:pathLst>
              <a:path w="834" h="834">
                <a:moveTo>
                  <a:pt x="676" y="398"/>
                </a:moveTo>
                <a:lnTo>
                  <a:pt x="676" y="238"/>
                </a:lnTo>
                <a:cubicBezTo>
                  <a:pt x="676" y="227"/>
                  <a:pt x="674" y="217"/>
                  <a:pt x="670" y="207"/>
                </a:cubicBezTo>
                <a:cubicBezTo>
                  <a:pt x="666" y="198"/>
                  <a:pt x="660" y="189"/>
                  <a:pt x="652" y="182"/>
                </a:cubicBezTo>
                <a:cubicBezTo>
                  <a:pt x="645" y="174"/>
                  <a:pt x="636" y="169"/>
                  <a:pt x="627" y="165"/>
                </a:cubicBezTo>
                <a:cubicBezTo>
                  <a:pt x="617" y="160"/>
                  <a:pt x="607" y="158"/>
                  <a:pt x="596" y="158"/>
                </a:cubicBezTo>
                <a:lnTo>
                  <a:pt x="437" y="158"/>
                </a:lnTo>
                <a:lnTo>
                  <a:pt x="437" y="99"/>
                </a:lnTo>
                <a:cubicBezTo>
                  <a:pt x="437" y="86"/>
                  <a:pt x="434" y="73"/>
                  <a:pt x="429" y="61"/>
                </a:cubicBezTo>
                <a:cubicBezTo>
                  <a:pt x="424" y="49"/>
                  <a:pt x="417" y="38"/>
                  <a:pt x="408" y="29"/>
                </a:cubicBezTo>
                <a:cubicBezTo>
                  <a:pt x="398" y="19"/>
                  <a:pt x="388" y="12"/>
                  <a:pt x="375" y="7"/>
                </a:cubicBezTo>
                <a:cubicBezTo>
                  <a:pt x="363" y="2"/>
                  <a:pt x="351" y="0"/>
                  <a:pt x="337" y="0"/>
                </a:cubicBezTo>
                <a:cubicBezTo>
                  <a:pt x="324" y="0"/>
                  <a:pt x="312" y="2"/>
                  <a:pt x="299" y="7"/>
                </a:cubicBezTo>
                <a:cubicBezTo>
                  <a:pt x="287" y="12"/>
                  <a:pt x="277" y="19"/>
                  <a:pt x="267" y="29"/>
                </a:cubicBezTo>
                <a:cubicBezTo>
                  <a:pt x="258" y="38"/>
                  <a:pt x="251" y="49"/>
                  <a:pt x="246" y="61"/>
                </a:cubicBezTo>
                <a:cubicBezTo>
                  <a:pt x="241" y="73"/>
                  <a:pt x="238" y="86"/>
                  <a:pt x="238" y="99"/>
                </a:cubicBezTo>
                <a:lnTo>
                  <a:pt x="238" y="158"/>
                </a:lnTo>
                <a:lnTo>
                  <a:pt x="79" y="158"/>
                </a:lnTo>
                <a:cubicBezTo>
                  <a:pt x="69" y="158"/>
                  <a:pt x="59" y="160"/>
                  <a:pt x="49" y="165"/>
                </a:cubicBezTo>
                <a:cubicBezTo>
                  <a:pt x="39" y="169"/>
                  <a:pt x="31" y="174"/>
                  <a:pt x="23" y="182"/>
                </a:cubicBezTo>
                <a:cubicBezTo>
                  <a:pt x="16" y="189"/>
                  <a:pt x="10" y="198"/>
                  <a:pt x="6" y="207"/>
                </a:cubicBezTo>
                <a:cubicBezTo>
                  <a:pt x="2" y="217"/>
                  <a:pt x="0" y="227"/>
                  <a:pt x="0" y="238"/>
                </a:cubicBezTo>
                <a:lnTo>
                  <a:pt x="0" y="390"/>
                </a:lnTo>
                <a:lnTo>
                  <a:pt x="60" y="390"/>
                </a:lnTo>
                <a:cubicBezTo>
                  <a:pt x="119" y="390"/>
                  <a:pt x="167" y="437"/>
                  <a:pt x="167" y="497"/>
                </a:cubicBezTo>
                <a:cubicBezTo>
                  <a:pt x="167" y="556"/>
                  <a:pt x="119" y="604"/>
                  <a:pt x="60" y="604"/>
                </a:cubicBezTo>
                <a:lnTo>
                  <a:pt x="0" y="604"/>
                </a:lnTo>
                <a:lnTo>
                  <a:pt x="0" y="755"/>
                </a:lnTo>
                <a:cubicBezTo>
                  <a:pt x="0" y="765"/>
                  <a:pt x="2" y="775"/>
                  <a:pt x="6" y="785"/>
                </a:cubicBezTo>
                <a:cubicBezTo>
                  <a:pt x="10" y="795"/>
                  <a:pt x="16" y="803"/>
                  <a:pt x="23" y="811"/>
                </a:cubicBezTo>
                <a:cubicBezTo>
                  <a:pt x="31" y="818"/>
                  <a:pt x="39" y="824"/>
                  <a:pt x="49" y="828"/>
                </a:cubicBezTo>
                <a:cubicBezTo>
                  <a:pt x="59" y="832"/>
                  <a:pt x="69" y="834"/>
                  <a:pt x="79" y="834"/>
                </a:cubicBezTo>
                <a:lnTo>
                  <a:pt x="230" y="834"/>
                </a:lnTo>
                <a:lnTo>
                  <a:pt x="230" y="775"/>
                </a:lnTo>
                <a:cubicBezTo>
                  <a:pt x="230" y="715"/>
                  <a:pt x="278" y="667"/>
                  <a:pt x="337" y="667"/>
                </a:cubicBezTo>
                <a:cubicBezTo>
                  <a:pt x="397" y="667"/>
                  <a:pt x="445" y="715"/>
                  <a:pt x="445" y="775"/>
                </a:cubicBezTo>
                <a:lnTo>
                  <a:pt x="445" y="834"/>
                </a:lnTo>
                <a:lnTo>
                  <a:pt x="596" y="834"/>
                </a:lnTo>
                <a:cubicBezTo>
                  <a:pt x="607" y="834"/>
                  <a:pt x="617" y="832"/>
                  <a:pt x="627" y="828"/>
                </a:cubicBezTo>
                <a:cubicBezTo>
                  <a:pt x="636" y="824"/>
                  <a:pt x="645" y="818"/>
                  <a:pt x="652" y="811"/>
                </a:cubicBezTo>
                <a:cubicBezTo>
                  <a:pt x="660" y="803"/>
                  <a:pt x="666" y="795"/>
                  <a:pt x="670" y="785"/>
                </a:cubicBezTo>
                <a:cubicBezTo>
                  <a:pt x="674" y="775"/>
                  <a:pt x="676" y="765"/>
                  <a:pt x="676" y="755"/>
                </a:cubicBezTo>
                <a:lnTo>
                  <a:pt x="676" y="596"/>
                </a:lnTo>
                <a:lnTo>
                  <a:pt x="735" y="596"/>
                </a:lnTo>
                <a:cubicBezTo>
                  <a:pt x="748" y="596"/>
                  <a:pt x="761" y="594"/>
                  <a:pt x="773" y="588"/>
                </a:cubicBezTo>
                <a:cubicBezTo>
                  <a:pt x="785" y="583"/>
                  <a:pt x="796" y="576"/>
                  <a:pt x="805" y="567"/>
                </a:cubicBezTo>
                <a:cubicBezTo>
                  <a:pt x="815" y="558"/>
                  <a:pt x="822" y="547"/>
                  <a:pt x="827" y="535"/>
                </a:cubicBezTo>
                <a:cubicBezTo>
                  <a:pt x="832" y="523"/>
                  <a:pt x="834" y="510"/>
                  <a:pt x="834" y="497"/>
                </a:cubicBezTo>
                <a:cubicBezTo>
                  <a:pt x="834" y="484"/>
                  <a:pt x="832" y="471"/>
                  <a:pt x="827" y="459"/>
                </a:cubicBezTo>
                <a:cubicBezTo>
                  <a:pt x="822" y="447"/>
                  <a:pt x="815" y="436"/>
                  <a:pt x="805" y="427"/>
                </a:cubicBezTo>
                <a:cubicBezTo>
                  <a:pt x="796" y="417"/>
                  <a:pt x="785" y="410"/>
                  <a:pt x="773" y="405"/>
                </a:cubicBezTo>
                <a:cubicBezTo>
                  <a:pt x="761" y="400"/>
                  <a:pt x="748" y="398"/>
                  <a:pt x="735" y="398"/>
                </a:cubicBezTo>
                <a:lnTo>
                  <a:pt x="676" y="398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954720" y="4632120"/>
            <a:ext cx="49158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sich bei jeder Änderung der Auswahl automatisch neu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129160" y="4032000"/>
            <a:ext cx="13939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Drei Schichten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615360" y="4336920"/>
            <a:ext cx="44233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Zustand (Model), Logik (Update) und Darstellung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458400" y="4632120"/>
            <a:ext cx="47451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(View) sind strikt getrennt - wartbar und erweiterbar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880920" y="5314320"/>
            <a:ext cx="232920" cy="257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40" b="0" u="none" strike="noStrike">
                <a:solidFill>
                  <a:srgbClr val="FFFFFF"/>
                </a:solidFill>
                <a:effectLst/>
                <a:uFillTx/>
                <a:latin typeface="FreeSerif"/>
                <a:ea typeface="FreeSerif"/>
              </a:rPr>
              <a:t>⚙</a:t>
            </a:r>
            <a:endParaRPr lang="en-US" sz="18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146240" y="5313600"/>
            <a:ext cx="35733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FFFFFF"/>
                </a:solidFill>
                <a:effectLst/>
                <a:uFillTx/>
                <a:latin typeface="NotoSans"/>
                <a:ea typeface="NotoSans"/>
              </a:rPr>
              <a:t>Elm · Bulma CSS (responsiv) · GitLab Pages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285840" y="197640"/>
            <a:ext cx="2560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Martin-Luther-Universität Halle-Wittenberg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85840" y="6465240"/>
            <a:ext cx="17982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Grundlagen des WWW | SS-26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NotoSans"/>
                <a:ea typeface="NotoSans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10858320" y="142920"/>
            <a:ext cx="952200" cy="5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"/>
          <p:cNvSpPr txBox="1"/>
          <p:nvPr/>
        </p:nvSpPr>
        <p:spPr>
          <a:xfrm>
            <a:off x="747720" y="1321200"/>
            <a:ext cx="657972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NotoSans-Semi"/>
                <a:ea typeface="NotoSans-Semi"/>
              </a:rPr>
              <a:t>So funktioniert das Radar-Diagramm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47720" y="2046600"/>
            <a:ext cx="1043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Ein Radar-Diagramm zeigt auf einen Blick, wie gut ein Outﬁt in verschiedenen Kategorien abschneidet - je groser die Flache,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766440" y="2938320"/>
            <a:ext cx="5248800" cy="762480"/>
          </a:xfrm>
          <a:custGeom>
            <a:avLst/>
            <a:gdLst/>
            <a:ahLst/>
            <a:rect l="0" t="0" r="r" b="b"/>
            <a:pathLst>
              <a:path w="14580" h="2118">
                <a:moveTo>
                  <a:pt x="0" y="1998"/>
                </a:moveTo>
                <a:lnTo>
                  <a:pt x="0" y="119"/>
                </a:lnTo>
                <a:cubicBezTo>
                  <a:pt x="0" y="103"/>
                  <a:pt x="3" y="88"/>
                  <a:pt x="7" y="73"/>
                </a:cubicBezTo>
                <a:cubicBezTo>
                  <a:pt x="12" y="59"/>
                  <a:pt x="19" y="46"/>
                  <a:pt x="28" y="35"/>
                </a:cubicBezTo>
                <a:cubicBezTo>
                  <a:pt x="36" y="24"/>
                  <a:pt x="46" y="15"/>
                  <a:pt x="58" y="9"/>
                </a:cubicBezTo>
                <a:cubicBezTo>
                  <a:pt x="69" y="3"/>
                  <a:pt x="81" y="0"/>
                  <a:pt x="93" y="0"/>
                </a:cubicBezTo>
                <a:lnTo>
                  <a:pt x="14461" y="0"/>
                </a:lnTo>
                <a:cubicBezTo>
                  <a:pt x="14477" y="0"/>
                  <a:pt x="14492" y="3"/>
                  <a:pt x="14506" y="9"/>
                </a:cubicBezTo>
                <a:cubicBezTo>
                  <a:pt x="14521" y="15"/>
                  <a:pt x="14534" y="24"/>
                  <a:pt x="14545" y="35"/>
                </a:cubicBezTo>
                <a:cubicBezTo>
                  <a:pt x="14556" y="46"/>
                  <a:pt x="14565" y="59"/>
                  <a:pt x="14571" y="73"/>
                </a:cubicBezTo>
                <a:cubicBezTo>
                  <a:pt x="14577" y="88"/>
                  <a:pt x="14580" y="103"/>
                  <a:pt x="14580" y="119"/>
                </a:cubicBezTo>
                <a:lnTo>
                  <a:pt x="14580" y="1998"/>
                </a:lnTo>
                <a:cubicBezTo>
                  <a:pt x="14580" y="2014"/>
                  <a:pt x="14577" y="2029"/>
                  <a:pt x="14571" y="2044"/>
                </a:cubicBezTo>
                <a:cubicBezTo>
                  <a:pt x="14565" y="2059"/>
                  <a:pt x="14556" y="2072"/>
                  <a:pt x="14545" y="2083"/>
                </a:cubicBezTo>
                <a:cubicBezTo>
                  <a:pt x="14534" y="2094"/>
                  <a:pt x="14521" y="2102"/>
                  <a:pt x="14506" y="2108"/>
                </a:cubicBezTo>
                <a:cubicBezTo>
                  <a:pt x="14492" y="2115"/>
                  <a:pt x="14477" y="2118"/>
                  <a:pt x="14461" y="2118"/>
                </a:cubicBezTo>
                <a:lnTo>
                  <a:pt x="93" y="2118"/>
                </a:lnTo>
                <a:cubicBezTo>
                  <a:pt x="81" y="2118"/>
                  <a:pt x="69" y="2115"/>
                  <a:pt x="58" y="2108"/>
                </a:cubicBezTo>
                <a:cubicBezTo>
                  <a:pt x="46" y="2102"/>
                  <a:pt x="36" y="2094"/>
                  <a:pt x="28" y="2083"/>
                </a:cubicBezTo>
                <a:cubicBezTo>
                  <a:pt x="19" y="2072"/>
                  <a:pt x="12" y="2059"/>
                  <a:pt x="7" y="2044"/>
                </a:cubicBezTo>
                <a:cubicBezTo>
                  <a:pt x="3" y="2029"/>
                  <a:pt x="0" y="2014"/>
                  <a:pt x="0" y="1998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791280" y="2943000"/>
            <a:ext cx="5208480" cy="19440"/>
          </a:xfrm>
          <a:custGeom>
            <a:avLst/>
            <a:gdLst/>
            <a:ahLst/>
            <a:rect l="0" t="0" r="r" b="b"/>
            <a:pathLst>
              <a:path w="14468" h="54">
                <a:moveTo>
                  <a:pt x="14447" y="54"/>
                </a:moveTo>
                <a:lnTo>
                  <a:pt x="127" y="54"/>
                </a:lnTo>
                <a:lnTo>
                  <a:pt x="0" y="11"/>
                </a:lnTo>
                <a:cubicBezTo>
                  <a:pt x="8" y="4"/>
                  <a:pt x="15" y="0"/>
                  <a:pt x="24" y="0"/>
                </a:cubicBezTo>
                <a:lnTo>
                  <a:pt x="14392" y="0"/>
                </a:lnTo>
                <a:cubicBezTo>
                  <a:pt x="14421" y="0"/>
                  <a:pt x="14446" y="10"/>
                  <a:pt x="14467" y="32"/>
                </a:cubicBezTo>
                <a:cubicBezTo>
                  <a:pt x="14467" y="33"/>
                  <a:pt x="14468" y="33"/>
                  <a:pt x="14468" y="33"/>
                </a:cubicBezTo>
                <a:lnTo>
                  <a:pt x="14447" y="54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91280" y="3676320"/>
            <a:ext cx="5208480" cy="19440"/>
          </a:xfrm>
          <a:custGeom>
            <a:avLst/>
            <a:gdLst/>
            <a:ahLst/>
            <a:rect l="0" t="0" r="r" b="b"/>
            <a:pathLst>
              <a:path w="14468" h="54">
                <a:moveTo>
                  <a:pt x="127" y="0"/>
                </a:moveTo>
                <a:lnTo>
                  <a:pt x="14447" y="0"/>
                </a:lnTo>
                <a:lnTo>
                  <a:pt x="14468" y="22"/>
                </a:lnTo>
                <a:lnTo>
                  <a:pt x="14467" y="23"/>
                </a:lnTo>
                <a:cubicBezTo>
                  <a:pt x="14446" y="44"/>
                  <a:pt x="14421" y="54"/>
                  <a:pt x="14392" y="54"/>
                </a:cubicBezTo>
                <a:lnTo>
                  <a:pt x="24" y="54"/>
                </a:lnTo>
                <a:cubicBezTo>
                  <a:pt x="15" y="54"/>
                  <a:pt x="8" y="51"/>
                  <a:pt x="0" y="44"/>
                </a:cubicBezTo>
                <a:lnTo>
                  <a:pt x="127" y="0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991120" y="2954160"/>
            <a:ext cx="19440" cy="730440"/>
          </a:xfrm>
          <a:custGeom>
            <a:avLst/>
            <a:gdLst/>
            <a:ahLst/>
            <a:rect l="0" t="0" r="r" b="b"/>
            <a:pathLst>
              <a:path w="54" h="2029">
                <a:moveTo>
                  <a:pt x="0" y="2007"/>
                </a:moveTo>
                <a:lnTo>
                  <a:pt x="0" y="22"/>
                </a:lnTo>
                <a:lnTo>
                  <a:pt x="22" y="0"/>
                </a:lnTo>
                <a:cubicBezTo>
                  <a:pt x="43" y="21"/>
                  <a:pt x="54" y="46"/>
                  <a:pt x="54" y="75"/>
                </a:cubicBezTo>
                <a:lnTo>
                  <a:pt x="54" y="1954"/>
                </a:lnTo>
                <a:cubicBezTo>
                  <a:pt x="54" y="1984"/>
                  <a:pt x="43" y="2009"/>
                  <a:pt x="22" y="2029"/>
                </a:cubicBezTo>
                <a:lnTo>
                  <a:pt x="0" y="2007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80840" y="2946600"/>
            <a:ext cx="16560" cy="745560"/>
          </a:xfrm>
          <a:custGeom>
            <a:avLst/>
            <a:gdLst/>
            <a:ahLst/>
            <a:rect l="0" t="0" r="r" b="b"/>
            <a:pathLst>
              <a:path w="46" h="2071">
                <a:moveTo>
                  <a:pt x="46" y="5"/>
                </a:moveTo>
                <a:lnTo>
                  <a:pt x="46" y="2066"/>
                </a:lnTo>
                <a:lnTo>
                  <a:pt x="31" y="2071"/>
                </a:lnTo>
                <a:cubicBezTo>
                  <a:pt x="26" y="2066"/>
                  <a:pt x="21" y="2059"/>
                  <a:pt x="17" y="2050"/>
                </a:cubicBezTo>
                <a:cubicBezTo>
                  <a:pt x="5" y="2030"/>
                  <a:pt x="0" y="2005"/>
                  <a:pt x="0" y="1975"/>
                </a:cubicBezTo>
                <a:lnTo>
                  <a:pt x="0" y="96"/>
                </a:lnTo>
                <a:cubicBezTo>
                  <a:pt x="0" y="67"/>
                  <a:pt x="5" y="42"/>
                  <a:pt x="17" y="21"/>
                </a:cubicBezTo>
                <a:cubicBezTo>
                  <a:pt x="21" y="12"/>
                  <a:pt x="26" y="5"/>
                  <a:pt x="31" y="0"/>
                </a:cubicBezTo>
                <a:lnTo>
                  <a:pt x="46" y="5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66440" y="4081320"/>
            <a:ext cx="5248800" cy="1143360"/>
          </a:xfrm>
          <a:custGeom>
            <a:avLst/>
            <a:gdLst/>
            <a:ahLst/>
            <a:rect l="0" t="0" r="r" b="b"/>
            <a:pathLst>
              <a:path w="14580" h="3176">
                <a:moveTo>
                  <a:pt x="0" y="3057"/>
                </a:moveTo>
                <a:lnTo>
                  <a:pt x="0" y="119"/>
                </a:lnTo>
                <a:cubicBezTo>
                  <a:pt x="0" y="103"/>
                  <a:pt x="3" y="88"/>
                  <a:pt x="7" y="73"/>
                </a:cubicBezTo>
                <a:cubicBezTo>
                  <a:pt x="12" y="59"/>
                  <a:pt x="19" y="46"/>
                  <a:pt x="28" y="35"/>
                </a:cubicBezTo>
                <a:cubicBezTo>
                  <a:pt x="36" y="24"/>
                  <a:pt x="46" y="15"/>
                  <a:pt x="58" y="9"/>
                </a:cubicBezTo>
                <a:cubicBezTo>
                  <a:pt x="69" y="3"/>
                  <a:pt x="81" y="0"/>
                  <a:pt x="93" y="0"/>
                </a:cubicBezTo>
                <a:lnTo>
                  <a:pt x="14461" y="0"/>
                </a:lnTo>
                <a:cubicBezTo>
                  <a:pt x="14477" y="0"/>
                  <a:pt x="14492" y="3"/>
                  <a:pt x="14506" y="9"/>
                </a:cubicBezTo>
                <a:cubicBezTo>
                  <a:pt x="14521" y="15"/>
                  <a:pt x="14534" y="24"/>
                  <a:pt x="14545" y="35"/>
                </a:cubicBezTo>
                <a:cubicBezTo>
                  <a:pt x="14556" y="46"/>
                  <a:pt x="14565" y="59"/>
                  <a:pt x="14571" y="73"/>
                </a:cubicBezTo>
                <a:cubicBezTo>
                  <a:pt x="14577" y="88"/>
                  <a:pt x="14580" y="103"/>
                  <a:pt x="14580" y="119"/>
                </a:cubicBezTo>
                <a:lnTo>
                  <a:pt x="14580" y="3057"/>
                </a:lnTo>
                <a:cubicBezTo>
                  <a:pt x="14580" y="3073"/>
                  <a:pt x="14577" y="3088"/>
                  <a:pt x="14571" y="3102"/>
                </a:cubicBezTo>
                <a:cubicBezTo>
                  <a:pt x="14565" y="3117"/>
                  <a:pt x="14556" y="3130"/>
                  <a:pt x="14545" y="3141"/>
                </a:cubicBezTo>
                <a:cubicBezTo>
                  <a:pt x="14534" y="3152"/>
                  <a:pt x="14521" y="3161"/>
                  <a:pt x="14506" y="3167"/>
                </a:cubicBezTo>
                <a:cubicBezTo>
                  <a:pt x="14492" y="3173"/>
                  <a:pt x="14477" y="3176"/>
                  <a:pt x="14461" y="3176"/>
                </a:cubicBezTo>
                <a:lnTo>
                  <a:pt x="93" y="3176"/>
                </a:lnTo>
                <a:cubicBezTo>
                  <a:pt x="81" y="3176"/>
                  <a:pt x="69" y="3173"/>
                  <a:pt x="58" y="3167"/>
                </a:cubicBezTo>
                <a:cubicBezTo>
                  <a:pt x="46" y="3161"/>
                  <a:pt x="36" y="3152"/>
                  <a:pt x="28" y="3141"/>
                </a:cubicBezTo>
                <a:cubicBezTo>
                  <a:pt x="19" y="3130"/>
                  <a:pt x="12" y="3117"/>
                  <a:pt x="7" y="3102"/>
                </a:cubicBezTo>
                <a:cubicBezTo>
                  <a:pt x="3" y="3088"/>
                  <a:pt x="0" y="3073"/>
                  <a:pt x="0" y="3057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791280" y="4086000"/>
            <a:ext cx="5208480" cy="19440"/>
          </a:xfrm>
          <a:custGeom>
            <a:avLst/>
            <a:gdLst/>
            <a:ahLst/>
            <a:rect l="0" t="0" r="r" b="b"/>
            <a:pathLst>
              <a:path w="14468" h="54">
                <a:moveTo>
                  <a:pt x="14447" y="54"/>
                </a:moveTo>
                <a:lnTo>
                  <a:pt x="127" y="54"/>
                </a:lnTo>
                <a:lnTo>
                  <a:pt x="0" y="11"/>
                </a:lnTo>
                <a:cubicBezTo>
                  <a:pt x="8" y="4"/>
                  <a:pt x="15" y="0"/>
                  <a:pt x="24" y="0"/>
                </a:cubicBezTo>
                <a:lnTo>
                  <a:pt x="14392" y="0"/>
                </a:lnTo>
                <a:cubicBezTo>
                  <a:pt x="14421" y="0"/>
                  <a:pt x="14446" y="10"/>
                  <a:pt x="14467" y="32"/>
                </a:cubicBezTo>
                <a:cubicBezTo>
                  <a:pt x="14467" y="33"/>
                  <a:pt x="14468" y="33"/>
                  <a:pt x="14468" y="33"/>
                </a:cubicBezTo>
                <a:lnTo>
                  <a:pt x="14447" y="54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91280" y="5200560"/>
            <a:ext cx="5208480" cy="19440"/>
          </a:xfrm>
          <a:custGeom>
            <a:avLst/>
            <a:gdLst/>
            <a:ahLst/>
            <a:rect l="0" t="0" r="r" b="b"/>
            <a:pathLst>
              <a:path w="14468" h="54">
                <a:moveTo>
                  <a:pt x="127" y="0"/>
                </a:moveTo>
                <a:lnTo>
                  <a:pt x="14447" y="0"/>
                </a:lnTo>
                <a:lnTo>
                  <a:pt x="14468" y="20"/>
                </a:lnTo>
                <a:cubicBezTo>
                  <a:pt x="14468" y="21"/>
                  <a:pt x="14467" y="21"/>
                  <a:pt x="14467" y="22"/>
                </a:cubicBezTo>
                <a:cubicBezTo>
                  <a:pt x="14446" y="43"/>
                  <a:pt x="14421" y="54"/>
                  <a:pt x="14392" y="54"/>
                </a:cubicBezTo>
                <a:lnTo>
                  <a:pt x="24" y="54"/>
                </a:lnTo>
                <a:cubicBezTo>
                  <a:pt x="15" y="54"/>
                  <a:pt x="8" y="50"/>
                  <a:pt x="0" y="43"/>
                </a:cubicBezTo>
                <a:lnTo>
                  <a:pt x="127" y="0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991120" y="4097160"/>
            <a:ext cx="19440" cy="1111680"/>
          </a:xfrm>
          <a:custGeom>
            <a:avLst/>
            <a:gdLst/>
            <a:ahLst/>
            <a:rect l="0" t="0" r="r" b="b"/>
            <a:pathLst>
              <a:path w="54" h="3088">
                <a:moveTo>
                  <a:pt x="0" y="3066"/>
                </a:moveTo>
                <a:lnTo>
                  <a:pt x="0" y="22"/>
                </a:lnTo>
                <a:lnTo>
                  <a:pt x="22" y="0"/>
                </a:lnTo>
                <a:cubicBezTo>
                  <a:pt x="43" y="21"/>
                  <a:pt x="54" y="46"/>
                  <a:pt x="54" y="75"/>
                </a:cubicBezTo>
                <a:lnTo>
                  <a:pt x="54" y="3013"/>
                </a:lnTo>
                <a:cubicBezTo>
                  <a:pt x="54" y="3042"/>
                  <a:pt x="43" y="3067"/>
                  <a:pt x="22" y="3088"/>
                </a:cubicBezTo>
                <a:lnTo>
                  <a:pt x="0" y="3066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80840" y="4089600"/>
            <a:ext cx="16560" cy="1126800"/>
          </a:xfrm>
          <a:custGeom>
            <a:avLst/>
            <a:gdLst/>
            <a:ahLst/>
            <a:rect l="0" t="0" r="r" b="b"/>
            <a:pathLst>
              <a:path w="46" h="3130">
                <a:moveTo>
                  <a:pt x="46" y="5"/>
                </a:moveTo>
                <a:lnTo>
                  <a:pt x="46" y="3125"/>
                </a:lnTo>
                <a:lnTo>
                  <a:pt x="31" y="3130"/>
                </a:lnTo>
                <a:cubicBezTo>
                  <a:pt x="26" y="3125"/>
                  <a:pt x="21" y="3118"/>
                  <a:pt x="17" y="3109"/>
                </a:cubicBezTo>
                <a:cubicBezTo>
                  <a:pt x="5" y="3088"/>
                  <a:pt x="0" y="3063"/>
                  <a:pt x="0" y="3034"/>
                </a:cubicBezTo>
                <a:lnTo>
                  <a:pt x="0" y="96"/>
                </a:lnTo>
                <a:cubicBezTo>
                  <a:pt x="0" y="67"/>
                  <a:pt x="5" y="42"/>
                  <a:pt x="17" y="21"/>
                </a:cubicBezTo>
                <a:cubicBezTo>
                  <a:pt x="21" y="12"/>
                  <a:pt x="26" y="5"/>
                  <a:pt x="31" y="0"/>
                </a:cubicBezTo>
                <a:lnTo>
                  <a:pt x="46" y="5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47720" y="2303640"/>
            <a:ext cx="2707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1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desto ausgewogener das Outﬁt.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47720" y="2631960"/>
            <a:ext cx="20145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Deﬁnition der Scores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909720" y="3058560"/>
            <a:ext cx="146520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type alias Scores =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909720" y="3239640"/>
            <a:ext cx="24674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{ style : Int, comfort : Int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909720" y="3430080"/>
            <a:ext cx="26989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, formal : Int, durable : Int }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47720" y="3784320"/>
            <a:ext cx="27385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Berechnung des Mittelwerts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909720" y="4201560"/>
            <a:ext cx="16196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combineScores items =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09720" y="4392000"/>
            <a:ext cx="254448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Scores (average .style items)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909720" y="4582440"/>
            <a:ext cx="26989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       (average .comfort items)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909720" y="4772880"/>
            <a:ext cx="26215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       (average .formal items)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6186240" y="2938320"/>
            <a:ext cx="5258160" cy="952920"/>
          </a:xfrm>
          <a:custGeom>
            <a:avLst/>
            <a:gdLst/>
            <a:ahLst/>
            <a:rect l="0" t="0" r="r" b="b"/>
            <a:pathLst>
              <a:path w="14606" h="2647">
                <a:moveTo>
                  <a:pt x="0" y="2528"/>
                </a:moveTo>
                <a:lnTo>
                  <a:pt x="0" y="119"/>
                </a:lnTo>
                <a:cubicBezTo>
                  <a:pt x="0" y="103"/>
                  <a:pt x="3" y="88"/>
                  <a:pt x="7" y="73"/>
                </a:cubicBezTo>
                <a:cubicBezTo>
                  <a:pt x="12" y="59"/>
                  <a:pt x="19" y="46"/>
                  <a:pt x="27" y="35"/>
                </a:cubicBezTo>
                <a:cubicBezTo>
                  <a:pt x="36" y="24"/>
                  <a:pt x="46" y="15"/>
                  <a:pt x="57" y="9"/>
                </a:cubicBezTo>
                <a:cubicBezTo>
                  <a:pt x="69" y="3"/>
                  <a:pt x="81" y="0"/>
                  <a:pt x="93" y="0"/>
                </a:cubicBezTo>
                <a:lnTo>
                  <a:pt x="14487" y="0"/>
                </a:lnTo>
                <a:cubicBezTo>
                  <a:pt x="14503" y="0"/>
                  <a:pt x="14518" y="3"/>
                  <a:pt x="14533" y="9"/>
                </a:cubicBezTo>
                <a:cubicBezTo>
                  <a:pt x="14547" y="15"/>
                  <a:pt x="14560" y="24"/>
                  <a:pt x="14571" y="35"/>
                </a:cubicBezTo>
                <a:cubicBezTo>
                  <a:pt x="14582" y="46"/>
                  <a:pt x="14591" y="59"/>
                  <a:pt x="14597" y="73"/>
                </a:cubicBezTo>
                <a:cubicBezTo>
                  <a:pt x="14603" y="88"/>
                  <a:pt x="14606" y="103"/>
                  <a:pt x="14606" y="119"/>
                </a:cubicBezTo>
                <a:lnTo>
                  <a:pt x="14606" y="2528"/>
                </a:lnTo>
                <a:cubicBezTo>
                  <a:pt x="14606" y="2543"/>
                  <a:pt x="14603" y="2559"/>
                  <a:pt x="14597" y="2573"/>
                </a:cubicBezTo>
                <a:cubicBezTo>
                  <a:pt x="14591" y="2588"/>
                  <a:pt x="14582" y="2601"/>
                  <a:pt x="14571" y="2612"/>
                </a:cubicBezTo>
                <a:cubicBezTo>
                  <a:pt x="14560" y="2623"/>
                  <a:pt x="14547" y="2632"/>
                  <a:pt x="14533" y="2638"/>
                </a:cubicBezTo>
                <a:cubicBezTo>
                  <a:pt x="14518" y="2644"/>
                  <a:pt x="14503" y="2647"/>
                  <a:pt x="14487" y="2647"/>
                </a:cubicBezTo>
                <a:lnTo>
                  <a:pt x="93" y="2647"/>
                </a:lnTo>
                <a:cubicBezTo>
                  <a:pt x="81" y="2647"/>
                  <a:pt x="69" y="2644"/>
                  <a:pt x="57" y="2638"/>
                </a:cubicBezTo>
                <a:cubicBezTo>
                  <a:pt x="46" y="2632"/>
                  <a:pt x="36" y="2623"/>
                  <a:pt x="27" y="2612"/>
                </a:cubicBezTo>
                <a:cubicBezTo>
                  <a:pt x="19" y="2601"/>
                  <a:pt x="12" y="2588"/>
                  <a:pt x="7" y="2573"/>
                </a:cubicBezTo>
                <a:cubicBezTo>
                  <a:pt x="3" y="2559"/>
                  <a:pt x="0" y="2543"/>
                  <a:pt x="0" y="2528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6211080" y="2943000"/>
            <a:ext cx="5217840" cy="19440"/>
          </a:xfrm>
          <a:custGeom>
            <a:avLst/>
            <a:gdLst/>
            <a:ahLst/>
            <a:rect l="0" t="0" r="r" b="b"/>
            <a:pathLst>
              <a:path w="14494" h="54">
                <a:moveTo>
                  <a:pt x="14474" y="54"/>
                </a:moveTo>
                <a:lnTo>
                  <a:pt x="127" y="54"/>
                </a:lnTo>
                <a:lnTo>
                  <a:pt x="0" y="11"/>
                </a:lnTo>
                <a:cubicBezTo>
                  <a:pt x="7" y="4"/>
                  <a:pt x="15" y="0"/>
                  <a:pt x="24" y="0"/>
                </a:cubicBezTo>
                <a:lnTo>
                  <a:pt x="14418" y="0"/>
                </a:lnTo>
                <a:cubicBezTo>
                  <a:pt x="14447" y="0"/>
                  <a:pt x="14472" y="10"/>
                  <a:pt x="14493" y="32"/>
                </a:cubicBezTo>
                <a:cubicBezTo>
                  <a:pt x="14493" y="33"/>
                  <a:pt x="14494" y="33"/>
                  <a:pt x="14494" y="33"/>
                </a:cubicBezTo>
                <a:lnTo>
                  <a:pt x="14474" y="54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211080" y="3867120"/>
            <a:ext cx="5217840" cy="19080"/>
          </a:xfrm>
          <a:custGeom>
            <a:avLst/>
            <a:gdLst/>
            <a:ahLst/>
            <a:rect l="0" t="0" r="r" b="b"/>
            <a:pathLst>
              <a:path w="14494" h="53">
                <a:moveTo>
                  <a:pt x="127" y="0"/>
                </a:moveTo>
                <a:lnTo>
                  <a:pt x="14474" y="0"/>
                </a:lnTo>
                <a:lnTo>
                  <a:pt x="14494" y="20"/>
                </a:lnTo>
                <a:cubicBezTo>
                  <a:pt x="14494" y="21"/>
                  <a:pt x="14493" y="21"/>
                  <a:pt x="14493" y="22"/>
                </a:cubicBezTo>
                <a:cubicBezTo>
                  <a:pt x="14472" y="42"/>
                  <a:pt x="14447" y="53"/>
                  <a:pt x="14418" y="53"/>
                </a:cubicBezTo>
                <a:lnTo>
                  <a:pt x="24" y="53"/>
                </a:lnTo>
                <a:cubicBezTo>
                  <a:pt x="15" y="53"/>
                  <a:pt x="7" y="50"/>
                  <a:pt x="0" y="42"/>
                </a:cubicBezTo>
                <a:lnTo>
                  <a:pt x="127" y="0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1420280" y="2954160"/>
            <a:ext cx="19440" cy="921240"/>
          </a:xfrm>
          <a:custGeom>
            <a:avLst/>
            <a:gdLst/>
            <a:ahLst/>
            <a:rect l="0" t="0" r="r" b="b"/>
            <a:pathLst>
              <a:path w="54" h="2559">
                <a:moveTo>
                  <a:pt x="0" y="2537"/>
                </a:moveTo>
                <a:lnTo>
                  <a:pt x="0" y="22"/>
                </a:lnTo>
                <a:lnTo>
                  <a:pt x="22" y="0"/>
                </a:lnTo>
                <a:cubicBezTo>
                  <a:pt x="44" y="21"/>
                  <a:pt x="54" y="46"/>
                  <a:pt x="54" y="75"/>
                </a:cubicBezTo>
                <a:lnTo>
                  <a:pt x="54" y="2484"/>
                </a:lnTo>
                <a:cubicBezTo>
                  <a:pt x="54" y="2513"/>
                  <a:pt x="44" y="2538"/>
                  <a:pt x="22" y="2559"/>
                </a:cubicBezTo>
                <a:lnTo>
                  <a:pt x="0" y="2537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6200640" y="2946600"/>
            <a:ext cx="16560" cy="936000"/>
          </a:xfrm>
          <a:custGeom>
            <a:avLst/>
            <a:gdLst/>
            <a:ahLst/>
            <a:rect l="0" t="0" r="r" b="b"/>
            <a:pathLst>
              <a:path w="46" h="2600">
                <a:moveTo>
                  <a:pt x="46" y="5"/>
                </a:moveTo>
                <a:lnTo>
                  <a:pt x="46" y="2595"/>
                </a:lnTo>
                <a:lnTo>
                  <a:pt x="30" y="2600"/>
                </a:lnTo>
                <a:cubicBezTo>
                  <a:pt x="25" y="2595"/>
                  <a:pt x="20" y="2588"/>
                  <a:pt x="15" y="2580"/>
                </a:cubicBezTo>
                <a:cubicBezTo>
                  <a:pt x="5" y="2559"/>
                  <a:pt x="0" y="2534"/>
                  <a:pt x="0" y="2505"/>
                </a:cubicBezTo>
                <a:lnTo>
                  <a:pt x="0" y="96"/>
                </a:lnTo>
                <a:cubicBezTo>
                  <a:pt x="0" y="67"/>
                  <a:pt x="5" y="42"/>
                  <a:pt x="15" y="21"/>
                </a:cubicBezTo>
                <a:cubicBezTo>
                  <a:pt x="20" y="12"/>
                  <a:pt x="25" y="5"/>
                  <a:pt x="30" y="0"/>
                </a:cubicBezTo>
                <a:lnTo>
                  <a:pt x="46" y="5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186240" y="4271760"/>
            <a:ext cx="5258160" cy="1143360"/>
          </a:xfrm>
          <a:custGeom>
            <a:avLst/>
            <a:gdLst/>
            <a:ahLst/>
            <a:rect l="0" t="0" r="r" b="b"/>
            <a:pathLst>
              <a:path w="14606" h="3176">
                <a:moveTo>
                  <a:pt x="0" y="3057"/>
                </a:moveTo>
                <a:lnTo>
                  <a:pt x="0" y="119"/>
                </a:lnTo>
                <a:cubicBezTo>
                  <a:pt x="0" y="103"/>
                  <a:pt x="3" y="88"/>
                  <a:pt x="7" y="74"/>
                </a:cubicBezTo>
                <a:cubicBezTo>
                  <a:pt x="12" y="59"/>
                  <a:pt x="19" y="46"/>
                  <a:pt x="27" y="35"/>
                </a:cubicBezTo>
                <a:cubicBezTo>
                  <a:pt x="36" y="24"/>
                  <a:pt x="46" y="15"/>
                  <a:pt x="57" y="9"/>
                </a:cubicBezTo>
                <a:cubicBezTo>
                  <a:pt x="69" y="3"/>
                  <a:pt x="81" y="0"/>
                  <a:pt x="93" y="0"/>
                </a:cubicBezTo>
                <a:lnTo>
                  <a:pt x="14487" y="0"/>
                </a:lnTo>
                <a:cubicBezTo>
                  <a:pt x="14503" y="0"/>
                  <a:pt x="14518" y="3"/>
                  <a:pt x="14533" y="9"/>
                </a:cubicBezTo>
                <a:cubicBezTo>
                  <a:pt x="14547" y="15"/>
                  <a:pt x="14560" y="24"/>
                  <a:pt x="14571" y="35"/>
                </a:cubicBezTo>
                <a:cubicBezTo>
                  <a:pt x="14582" y="46"/>
                  <a:pt x="14591" y="59"/>
                  <a:pt x="14597" y="74"/>
                </a:cubicBezTo>
                <a:cubicBezTo>
                  <a:pt x="14603" y="88"/>
                  <a:pt x="14606" y="103"/>
                  <a:pt x="14606" y="119"/>
                </a:cubicBezTo>
                <a:lnTo>
                  <a:pt x="14606" y="3057"/>
                </a:lnTo>
                <a:cubicBezTo>
                  <a:pt x="14606" y="3073"/>
                  <a:pt x="14603" y="3088"/>
                  <a:pt x="14597" y="3103"/>
                </a:cubicBezTo>
                <a:cubicBezTo>
                  <a:pt x="14591" y="3117"/>
                  <a:pt x="14582" y="3130"/>
                  <a:pt x="14571" y="3141"/>
                </a:cubicBezTo>
                <a:cubicBezTo>
                  <a:pt x="14560" y="3152"/>
                  <a:pt x="14547" y="3161"/>
                  <a:pt x="14533" y="3167"/>
                </a:cubicBezTo>
                <a:cubicBezTo>
                  <a:pt x="14518" y="3173"/>
                  <a:pt x="14503" y="3176"/>
                  <a:pt x="14487" y="3176"/>
                </a:cubicBezTo>
                <a:lnTo>
                  <a:pt x="93" y="3176"/>
                </a:lnTo>
                <a:cubicBezTo>
                  <a:pt x="81" y="3176"/>
                  <a:pt x="69" y="3173"/>
                  <a:pt x="57" y="3167"/>
                </a:cubicBezTo>
                <a:cubicBezTo>
                  <a:pt x="46" y="3161"/>
                  <a:pt x="36" y="3152"/>
                  <a:pt x="27" y="3141"/>
                </a:cubicBezTo>
                <a:cubicBezTo>
                  <a:pt x="19" y="3130"/>
                  <a:pt x="12" y="3117"/>
                  <a:pt x="7" y="3103"/>
                </a:cubicBezTo>
                <a:cubicBezTo>
                  <a:pt x="3" y="3088"/>
                  <a:pt x="0" y="3073"/>
                  <a:pt x="0" y="3057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6211080" y="4276440"/>
            <a:ext cx="5217840" cy="19440"/>
          </a:xfrm>
          <a:custGeom>
            <a:avLst/>
            <a:gdLst/>
            <a:ahLst/>
            <a:rect l="0" t="0" r="r" b="b"/>
            <a:pathLst>
              <a:path w="14494" h="54">
                <a:moveTo>
                  <a:pt x="14474" y="54"/>
                </a:moveTo>
                <a:lnTo>
                  <a:pt x="127" y="54"/>
                </a:lnTo>
                <a:lnTo>
                  <a:pt x="0" y="12"/>
                </a:lnTo>
                <a:cubicBezTo>
                  <a:pt x="7" y="5"/>
                  <a:pt x="15" y="0"/>
                  <a:pt x="24" y="0"/>
                </a:cubicBezTo>
                <a:lnTo>
                  <a:pt x="14418" y="0"/>
                </a:lnTo>
                <a:cubicBezTo>
                  <a:pt x="14447" y="0"/>
                  <a:pt x="14472" y="12"/>
                  <a:pt x="14493" y="32"/>
                </a:cubicBezTo>
                <a:cubicBezTo>
                  <a:pt x="14493" y="33"/>
                  <a:pt x="14494" y="33"/>
                  <a:pt x="14494" y="34"/>
                </a:cubicBezTo>
                <a:lnTo>
                  <a:pt x="14474" y="54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6211080" y="5391000"/>
            <a:ext cx="5217840" cy="19440"/>
          </a:xfrm>
          <a:custGeom>
            <a:avLst/>
            <a:gdLst/>
            <a:ahLst/>
            <a:rect l="0" t="0" r="r" b="b"/>
            <a:pathLst>
              <a:path w="14494" h="54">
                <a:moveTo>
                  <a:pt x="127" y="0"/>
                </a:moveTo>
                <a:lnTo>
                  <a:pt x="14474" y="0"/>
                </a:lnTo>
                <a:lnTo>
                  <a:pt x="14494" y="20"/>
                </a:lnTo>
                <a:cubicBezTo>
                  <a:pt x="14494" y="21"/>
                  <a:pt x="14493" y="21"/>
                  <a:pt x="14493" y="22"/>
                </a:cubicBezTo>
                <a:cubicBezTo>
                  <a:pt x="14472" y="43"/>
                  <a:pt x="14447" y="54"/>
                  <a:pt x="14418" y="54"/>
                </a:cubicBezTo>
                <a:lnTo>
                  <a:pt x="24" y="54"/>
                </a:lnTo>
                <a:cubicBezTo>
                  <a:pt x="15" y="54"/>
                  <a:pt x="7" y="50"/>
                  <a:pt x="0" y="43"/>
                </a:cubicBezTo>
                <a:lnTo>
                  <a:pt x="127" y="0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1420280" y="4287600"/>
            <a:ext cx="19440" cy="1111680"/>
          </a:xfrm>
          <a:custGeom>
            <a:avLst/>
            <a:gdLst/>
            <a:ahLst/>
            <a:rect l="0" t="0" r="r" b="b"/>
            <a:pathLst>
              <a:path w="54" h="3088">
                <a:moveTo>
                  <a:pt x="0" y="3066"/>
                </a:moveTo>
                <a:lnTo>
                  <a:pt x="0" y="22"/>
                </a:lnTo>
                <a:lnTo>
                  <a:pt x="22" y="0"/>
                </a:lnTo>
                <a:cubicBezTo>
                  <a:pt x="44" y="21"/>
                  <a:pt x="54" y="46"/>
                  <a:pt x="54" y="75"/>
                </a:cubicBezTo>
                <a:lnTo>
                  <a:pt x="54" y="3013"/>
                </a:lnTo>
                <a:cubicBezTo>
                  <a:pt x="54" y="3042"/>
                  <a:pt x="44" y="3067"/>
                  <a:pt x="22" y="3088"/>
                </a:cubicBezTo>
                <a:lnTo>
                  <a:pt x="0" y="3066"/>
                </a:lnTo>
                <a:close/>
              </a:path>
            </a:pathLst>
          </a:custGeom>
          <a:solidFill>
            <a:srgbClr val="DADD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6200640" y="4280040"/>
            <a:ext cx="16560" cy="1126800"/>
          </a:xfrm>
          <a:custGeom>
            <a:avLst/>
            <a:gdLst/>
            <a:ahLst/>
            <a:rect l="0" t="0" r="r" b="b"/>
            <a:pathLst>
              <a:path w="46" h="3130">
                <a:moveTo>
                  <a:pt x="46" y="5"/>
                </a:moveTo>
                <a:lnTo>
                  <a:pt x="46" y="3125"/>
                </a:lnTo>
                <a:lnTo>
                  <a:pt x="30" y="3130"/>
                </a:lnTo>
                <a:cubicBezTo>
                  <a:pt x="25" y="3125"/>
                  <a:pt x="20" y="3118"/>
                  <a:pt x="15" y="3109"/>
                </a:cubicBezTo>
                <a:cubicBezTo>
                  <a:pt x="5" y="3088"/>
                  <a:pt x="0" y="3063"/>
                  <a:pt x="0" y="3034"/>
                </a:cubicBezTo>
                <a:lnTo>
                  <a:pt x="0" y="96"/>
                </a:lnTo>
                <a:cubicBezTo>
                  <a:pt x="0" y="67"/>
                  <a:pt x="5" y="42"/>
                  <a:pt x="15" y="21"/>
                </a:cubicBezTo>
                <a:cubicBezTo>
                  <a:pt x="20" y="12"/>
                  <a:pt x="25" y="5"/>
                  <a:pt x="30" y="0"/>
                </a:cubicBezTo>
                <a:lnTo>
                  <a:pt x="46" y="5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909720" y="4953960"/>
            <a:ext cx="26989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       (average .durable items)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172200" y="2631960"/>
            <a:ext cx="19540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Umwandlung in SVG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334200" y="3058560"/>
            <a:ext cx="20048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dataPolygon cx cy r axes =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34200" y="3239640"/>
            <a:ext cx="18507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polygon [ points 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334200" y="3430080"/>
            <a:ext cx="215928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        , fill "#9FBF47"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334200" y="3620520"/>
            <a:ext cx="285300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            , fillOpacity "0.35" ] []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172200" y="3974760"/>
            <a:ext cx="11613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Live-Update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34200" y="4392000"/>
            <a:ext cx="23133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Jede Änderung der Auswahl löst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334200" y="4582440"/>
            <a:ext cx="17737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eine Neüberechnung aus: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34200" y="4772880"/>
            <a:ext cx="24674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Item wählen -&gt; Model ändert sich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334200" y="4953960"/>
            <a:ext cx="23133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-&gt; View rendert neu -&gt; Polygon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34200" y="5144400"/>
            <a:ext cx="22363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0" u="none" strike="noStrike">
                <a:solidFill>
                  <a:srgbClr val="282828"/>
                </a:solidFill>
                <a:effectLst/>
                <a:uFillTx/>
                <a:latin typeface="Consolas"/>
                <a:ea typeface="Consolas"/>
              </a:rPr>
              <a:t>aktualisiert sich automatisch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85840" y="197640"/>
            <a:ext cx="2560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Martin-Luther-Universität Halle-Wittenberg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85840" y="6465240"/>
            <a:ext cx="17982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Grundlagen des WWW | SS-26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NotoSans"/>
                <a:ea typeface="NotoSans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10858320" y="142920"/>
            <a:ext cx="952200" cy="5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771480" y="1847520"/>
            <a:ext cx="5258160" cy="1867320"/>
          </a:xfrm>
          <a:custGeom>
            <a:avLst/>
            <a:gdLst/>
            <a:ahLst/>
            <a:rect l="0" t="0" r="r" b="b"/>
            <a:pathLst>
              <a:path w="14606" h="5187">
                <a:moveTo>
                  <a:pt x="0" y="5028"/>
                </a:moveTo>
                <a:lnTo>
                  <a:pt x="0" y="159"/>
                </a:lnTo>
                <a:cubicBezTo>
                  <a:pt x="0" y="138"/>
                  <a:pt x="2" y="118"/>
                  <a:pt x="8" y="98"/>
                </a:cubicBezTo>
                <a:cubicBezTo>
                  <a:pt x="13" y="79"/>
                  <a:pt x="21" y="62"/>
                  <a:pt x="31" y="47"/>
                </a:cubicBezTo>
                <a:cubicBezTo>
                  <a:pt x="41" y="32"/>
                  <a:pt x="52" y="21"/>
                  <a:pt x="65" y="12"/>
                </a:cubicBezTo>
                <a:cubicBezTo>
                  <a:pt x="78" y="4"/>
                  <a:pt x="91" y="0"/>
                  <a:pt x="105" y="0"/>
                </a:cubicBezTo>
                <a:lnTo>
                  <a:pt x="14447" y="0"/>
                </a:lnTo>
                <a:cubicBezTo>
                  <a:pt x="14457" y="0"/>
                  <a:pt x="14468" y="1"/>
                  <a:pt x="14478" y="3"/>
                </a:cubicBezTo>
                <a:cubicBezTo>
                  <a:pt x="14488" y="6"/>
                  <a:pt x="14498" y="9"/>
                  <a:pt x="14508" y="12"/>
                </a:cubicBezTo>
                <a:cubicBezTo>
                  <a:pt x="14517" y="16"/>
                  <a:pt x="14526" y="21"/>
                  <a:pt x="14535" y="27"/>
                </a:cubicBezTo>
                <a:cubicBezTo>
                  <a:pt x="14544" y="33"/>
                  <a:pt x="14552" y="40"/>
                  <a:pt x="14559" y="47"/>
                </a:cubicBezTo>
                <a:cubicBezTo>
                  <a:pt x="14566" y="54"/>
                  <a:pt x="14573" y="62"/>
                  <a:pt x="14579" y="71"/>
                </a:cubicBezTo>
                <a:cubicBezTo>
                  <a:pt x="14585" y="80"/>
                  <a:pt x="14590" y="89"/>
                  <a:pt x="14594" y="98"/>
                </a:cubicBezTo>
                <a:cubicBezTo>
                  <a:pt x="14598" y="108"/>
                  <a:pt x="14601" y="118"/>
                  <a:pt x="14603" y="128"/>
                </a:cubicBezTo>
                <a:cubicBezTo>
                  <a:pt x="14605" y="138"/>
                  <a:pt x="14606" y="149"/>
                  <a:pt x="14606" y="159"/>
                </a:cubicBezTo>
                <a:lnTo>
                  <a:pt x="14606" y="5028"/>
                </a:lnTo>
                <a:cubicBezTo>
                  <a:pt x="14606" y="5039"/>
                  <a:pt x="14605" y="5049"/>
                  <a:pt x="14603" y="5059"/>
                </a:cubicBezTo>
                <a:cubicBezTo>
                  <a:pt x="14601" y="5070"/>
                  <a:pt x="14598" y="5080"/>
                  <a:pt x="14594" y="5089"/>
                </a:cubicBezTo>
                <a:cubicBezTo>
                  <a:pt x="14590" y="5099"/>
                  <a:pt x="14585" y="5108"/>
                  <a:pt x="14579" y="5117"/>
                </a:cubicBezTo>
                <a:cubicBezTo>
                  <a:pt x="14573" y="5125"/>
                  <a:pt x="14566" y="5133"/>
                  <a:pt x="14559" y="5141"/>
                </a:cubicBezTo>
                <a:cubicBezTo>
                  <a:pt x="14552" y="5148"/>
                  <a:pt x="14544" y="5155"/>
                  <a:pt x="14535" y="5160"/>
                </a:cubicBezTo>
                <a:cubicBezTo>
                  <a:pt x="14526" y="5166"/>
                  <a:pt x="14517" y="5171"/>
                  <a:pt x="14508" y="5175"/>
                </a:cubicBezTo>
                <a:cubicBezTo>
                  <a:pt x="14498" y="5179"/>
                  <a:pt x="14488" y="5182"/>
                  <a:pt x="14478" y="5184"/>
                </a:cubicBezTo>
                <a:cubicBezTo>
                  <a:pt x="14468" y="5186"/>
                  <a:pt x="14457" y="5187"/>
                  <a:pt x="14447" y="5187"/>
                </a:cubicBezTo>
                <a:lnTo>
                  <a:pt x="105" y="5187"/>
                </a:lnTo>
                <a:cubicBezTo>
                  <a:pt x="91" y="5187"/>
                  <a:pt x="78" y="5183"/>
                  <a:pt x="65" y="5175"/>
                </a:cubicBezTo>
                <a:cubicBezTo>
                  <a:pt x="52" y="5167"/>
                  <a:pt x="41" y="5156"/>
                  <a:pt x="31" y="5141"/>
                </a:cubicBezTo>
                <a:cubicBezTo>
                  <a:pt x="21" y="5126"/>
                  <a:pt x="13" y="5109"/>
                  <a:pt x="8" y="5089"/>
                </a:cubicBezTo>
                <a:cubicBezTo>
                  <a:pt x="2" y="5070"/>
                  <a:pt x="0" y="5050"/>
                  <a:pt x="0" y="5028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2400" y="1847520"/>
            <a:ext cx="57240" cy="1867320"/>
          </a:xfrm>
          <a:custGeom>
            <a:avLst/>
            <a:gdLst/>
            <a:ahLst/>
            <a:rect l="0" t="0" r="r" b="b"/>
            <a:pathLst>
              <a:path w="159" h="5187">
                <a:moveTo>
                  <a:pt x="0" y="0"/>
                </a:moveTo>
                <a:lnTo>
                  <a:pt x="159" y="0"/>
                </a:lnTo>
                <a:lnTo>
                  <a:pt x="159" y="5187"/>
                </a:lnTo>
                <a:lnTo>
                  <a:pt x="0" y="5187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3312360" y="2046960"/>
            <a:ext cx="195480" cy="249120"/>
          </a:xfrm>
          <a:custGeom>
            <a:avLst/>
            <a:gdLst/>
            <a:ahLst/>
            <a:rect l="0" t="0" r="r" b="b"/>
            <a:pathLst>
              <a:path w="543" h="692">
                <a:moveTo>
                  <a:pt x="328" y="152"/>
                </a:moveTo>
                <a:lnTo>
                  <a:pt x="318" y="268"/>
                </a:lnTo>
                <a:lnTo>
                  <a:pt x="430" y="268"/>
                </a:lnTo>
                <a:lnTo>
                  <a:pt x="430" y="347"/>
                </a:lnTo>
                <a:lnTo>
                  <a:pt x="311" y="347"/>
                </a:lnTo>
                <a:lnTo>
                  <a:pt x="294" y="548"/>
                </a:lnTo>
                <a:cubicBezTo>
                  <a:pt x="293" y="559"/>
                  <a:pt x="291" y="569"/>
                  <a:pt x="288" y="579"/>
                </a:cubicBezTo>
                <a:cubicBezTo>
                  <a:pt x="285" y="589"/>
                  <a:pt x="280" y="598"/>
                  <a:pt x="276" y="608"/>
                </a:cubicBezTo>
                <a:cubicBezTo>
                  <a:pt x="271" y="617"/>
                  <a:pt x="265" y="626"/>
                  <a:pt x="259" y="634"/>
                </a:cubicBezTo>
                <a:cubicBezTo>
                  <a:pt x="252" y="642"/>
                  <a:pt x="245" y="649"/>
                  <a:pt x="237" y="656"/>
                </a:cubicBezTo>
                <a:cubicBezTo>
                  <a:pt x="229" y="663"/>
                  <a:pt x="220" y="668"/>
                  <a:pt x="211" y="673"/>
                </a:cubicBezTo>
                <a:cubicBezTo>
                  <a:pt x="202" y="679"/>
                  <a:pt x="192" y="683"/>
                  <a:pt x="183" y="686"/>
                </a:cubicBezTo>
                <a:cubicBezTo>
                  <a:pt x="173" y="689"/>
                  <a:pt x="162" y="691"/>
                  <a:pt x="152" y="692"/>
                </a:cubicBezTo>
                <a:cubicBezTo>
                  <a:pt x="142" y="693"/>
                  <a:pt x="131" y="693"/>
                  <a:pt x="121" y="692"/>
                </a:cubicBezTo>
                <a:cubicBezTo>
                  <a:pt x="96" y="690"/>
                  <a:pt x="73" y="683"/>
                  <a:pt x="51" y="670"/>
                </a:cubicBezTo>
                <a:cubicBezTo>
                  <a:pt x="30" y="656"/>
                  <a:pt x="13" y="639"/>
                  <a:pt x="0" y="618"/>
                </a:cubicBezTo>
                <a:lnTo>
                  <a:pt x="59" y="559"/>
                </a:lnTo>
                <a:cubicBezTo>
                  <a:pt x="69" y="588"/>
                  <a:pt x="95" y="611"/>
                  <a:pt x="128" y="613"/>
                </a:cubicBezTo>
                <a:cubicBezTo>
                  <a:pt x="171" y="617"/>
                  <a:pt x="210" y="585"/>
                  <a:pt x="214" y="541"/>
                </a:cubicBezTo>
                <a:lnTo>
                  <a:pt x="231" y="347"/>
                </a:lnTo>
                <a:lnTo>
                  <a:pt x="112" y="347"/>
                </a:lnTo>
                <a:lnTo>
                  <a:pt x="112" y="268"/>
                </a:lnTo>
                <a:lnTo>
                  <a:pt x="238" y="268"/>
                </a:lnTo>
                <a:lnTo>
                  <a:pt x="248" y="145"/>
                </a:lnTo>
                <a:cubicBezTo>
                  <a:pt x="256" y="57"/>
                  <a:pt x="334" y="-7"/>
                  <a:pt x="421" y="1"/>
                </a:cubicBezTo>
                <a:cubicBezTo>
                  <a:pt x="473" y="5"/>
                  <a:pt x="517" y="34"/>
                  <a:pt x="543" y="75"/>
                </a:cubicBezTo>
                <a:lnTo>
                  <a:pt x="483" y="134"/>
                </a:lnTo>
                <a:cubicBezTo>
                  <a:pt x="474" y="105"/>
                  <a:pt x="447" y="82"/>
                  <a:pt x="414" y="80"/>
                </a:cubicBezTo>
                <a:cubicBezTo>
                  <a:pt x="371" y="76"/>
                  <a:pt x="332" y="108"/>
                  <a:pt x="328" y="152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47720" y="1111680"/>
            <a:ext cx="35247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NotoSans-Semi"/>
                <a:ea typeface="NotoSans-Semi"/>
              </a:rPr>
              <a:t>Ergebnis &amp; Ausblick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797200" y="2384280"/>
            <a:ext cx="12236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Elm als Basis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087200" y="2707920"/>
            <a:ext cx="46576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Typensicherheit verhindert Laufzeitfehler · Saübere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6181560" y="1847520"/>
            <a:ext cx="5267520" cy="1867320"/>
          </a:xfrm>
          <a:custGeom>
            <a:avLst/>
            <a:gdLst/>
            <a:ahLst/>
            <a:rect l="0" t="0" r="r" b="b"/>
            <a:pathLst>
              <a:path w="14632" h="5187">
                <a:moveTo>
                  <a:pt x="0" y="5028"/>
                </a:moveTo>
                <a:lnTo>
                  <a:pt x="0" y="159"/>
                </a:lnTo>
                <a:cubicBezTo>
                  <a:pt x="0" y="138"/>
                  <a:pt x="3" y="118"/>
                  <a:pt x="8" y="98"/>
                </a:cubicBezTo>
                <a:cubicBezTo>
                  <a:pt x="13" y="79"/>
                  <a:pt x="21" y="62"/>
                  <a:pt x="31" y="47"/>
                </a:cubicBezTo>
                <a:cubicBezTo>
                  <a:pt x="41" y="32"/>
                  <a:pt x="52" y="21"/>
                  <a:pt x="65" y="12"/>
                </a:cubicBezTo>
                <a:cubicBezTo>
                  <a:pt x="78" y="4"/>
                  <a:pt x="92" y="0"/>
                  <a:pt x="106" y="0"/>
                </a:cubicBezTo>
                <a:lnTo>
                  <a:pt x="14474" y="0"/>
                </a:lnTo>
                <a:cubicBezTo>
                  <a:pt x="14484" y="0"/>
                  <a:pt x="14494" y="1"/>
                  <a:pt x="14505" y="3"/>
                </a:cubicBezTo>
                <a:cubicBezTo>
                  <a:pt x="14515" y="6"/>
                  <a:pt x="14525" y="9"/>
                  <a:pt x="14534" y="12"/>
                </a:cubicBezTo>
                <a:cubicBezTo>
                  <a:pt x="14544" y="16"/>
                  <a:pt x="14553" y="21"/>
                  <a:pt x="14562" y="27"/>
                </a:cubicBezTo>
                <a:cubicBezTo>
                  <a:pt x="14571" y="33"/>
                  <a:pt x="14579" y="40"/>
                  <a:pt x="14586" y="47"/>
                </a:cubicBezTo>
                <a:cubicBezTo>
                  <a:pt x="14593" y="54"/>
                  <a:pt x="14600" y="62"/>
                  <a:pt x="14606" y="71"/>
                </a:cubicBezTo>
                <a:cubicBezTo>
                  <a:pt x="14611" y="80"/>
                  <a:pt x="14616" y="89"/>
                  <a:pt x="14620" y="98"/>
                </a:cubicBezTo>
                <a:cubicBezTo>
                  <a:pt x="14624" y="108"/>
                  <a:pt x="14627" y="118"/>
                  <a:pt x="14629" y="128"/>
                </a:cubicBezTo>
                <a:cubicBezTo>
                  <a:pt x="14631" y="138"/>
                  <a:pt x="14632" y="149"/>
                  <a:pt x="14632" y="159"/>
                </a:cubicBezTo>
                <a:lnTo>
                  <a:pt x="14632" y="5028"/>
                </a:lnTo>
                <a:cubicBezTo>
                  <a:pt x="14632" y="5039"/>
                  <a:pt x="14631" y="5049"/>
                  <a:pt x="14629" y="5059"/>
                </a:cubicBezTo>
                <a:cubicBezTo>
                  <a:pt x="14627" y="5070"/>
                  <a:pt x="14624" y="5080"/>
                  <a:pt x="14620" y="5089"/>
                </a:cubicBezTo>
                <a:cubicBezTo>
                  <a:pt x="14616" y="5099"/>
                  <a:pt x="14611" y="5108"/>
                  <a:pt x="14606" y="5117"/>
                </a:cubicBezTo>
                <a:cubicBezTo>
                  <a:pt x="14600" y="5125"/>
                  <a:pt x="14593" y="5133"/>
                  <a:pt x="14586" y="5141"/>
                </a:cubicBezTo>
                <a:cubicBezTo>
                  <a:pt x="14579" y="5148"/>
                  <a:pt x="14571" y="5155"/>
                  <a:pt x="14562" y="5160"/>
                </a:cubicBezTo>
                <a:cubicBezTo>
                  <a:pt x="14553" y="5166"/>
                  <a:pt x="14544" y="5171"/>
                  <a:pt x="14534" y="5175"/>
                </a:cubicBezTo>
                <a:cubicBezTo>
                  <a:pt x="14525" y="5179"/>
                  <a:pt x="14515" y="5182"/>
                  <a:pt x="14505" y="5184"/>
                </a:cubicBezTo>
                <a:cubicBezTo>
                  <a:pt x="14494" y="5186"/>
                  <a:pt x="14484" y="5187"/>
                  <a:pt x="14474" y="5187"/>
                </a:cubicBezTo>
                <a:lnTo>
                  <a:pt x="106" y="5187"/>
                </a:lnTo>
                <a:cubicBezTo>
                  <a:pt x="92" y="5187"/>
                  <a:pt x="78" y="5183"/>
                  <a:pt x="65" y="5175"/>
                </a:cubicBezTo>
                <a:cubicBezTo>
                  <a:pt x="52" y="5167"/>
                  <a:pt x="41" y="5156"/>
                  <a:pt x="31" y="5141"/>
                </a:cubicBezTo>
                <a:cubicBezTo>
                  <a:pt x="21" y="5126"/>
                  <a:pt x="13" y="5109"/>
                  <a:pt x="8" y="5089"/>
                </a:cubicBezTo>
                <a:cubicBezTo>
                  <a:pt x="3" y="5070"/>
                  <a:pt x="0" y="5050"/>
                  <a:pt x="0" y="5028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162480" y="1847520"/>
            <a:ext cx="57600" cy="1867320"/>
          </a:xfrm>
          <a:custGeom>
            <a:avLst/>
            <a:gdLst/>
            <a:ahLst/>
            <a:rect l="0" t="0" r="r" b="b"/>
            <a:pathLst>
              <a:path w="160" h="5187">
                <a:moveTo>
                  <a:pt x="0" y="0"/>
                </a:moveTo>
                <a:lnTo>
                  <a:pt x="160" y="0"/>
                </a:lnTo>
                <a:lnTo>
                  <a:pt x="160" y="5187"/>
                </a:lnTo>
                <a:lnTo>
                  <a:pt x="0" y="5187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8677080" y="2028600"/>
            <a:ext cx="286200" cy="286200"/>
          </a:xfrm>
          <a:custGeom>
            <a:avLst/>
            <a:gdLst/>
            <a:ahLst/>
            <a:rect l="0" t="0" r="r" b="b"/>
            <a:pathLst>
              <a:path w="795" h="795">
                <a:moveTo>
                  <a:pt x="319" y="596"/>
                </a:moveTo>
                <a:lnTo>
                  <a:pt x="120" y="398"/>
                </a:lnTo>
                <a:lnTo>
                  <a:pt x="176" y="342"/>
                </a:lnTo>
                <a:lnTo>
                  <a:pt x="319" y="484"/>
                </a:lnTo>
                <a:lnTo>
                  <a:pt x="620" y="182"/>
                </a:lnTo>
                <a:lnTo>
                  <a:pt x="676" y="238"/>
                </a:lnTo>
                <a:lnTo>
                  <a:pt x="319" y="596"/>
                </a:lnTo>
                <a:moveTo>
                  <a:pt x="320" y="8"/>
                </a:moveTo>
                <a:cubicBezTo>
                  <a:pt x="295" y="13"/>
                  <a:pt x="270" y="20"/>
                  <a:pt x="246" y="30"/>
                </a:cubicBezTo>
                <a:cubicBezTo>
                  <a:pt x="222" y="40"/>
                  <a:pt x="199" y="53"/>
                  <a:pt x="177" y="67"/>
                </a:cubicBezTo>
                <a:cubicBezTo>
                  <a:pt x="156" y="81"/>
                  <a:pt x="136" y="98"/>
                  <a:pt x="117" y="116"/>
                </a:cubicBezTo>
                <a:cubicBezTo>
                  <a:pt x="99" y="135"/>
                  <a:pt x="81" y="155"/>
                  <a:pt x="67" y="177"/>
                </a:cubicBezTo>
                <a:cubicBezTo>
                  <a:pt x="52" y="198"/>
                  <a:pt x="40" y="221"/>
                  <a:pt x="30" y="245"/>
                </a:cubicBezTo>
                <a:cubicBezTo>
                  <a:pt x="20" y="269"/>
                  <a:pt x="13" y="294"/>
                  <a:pt x="8" y="321"/>
                </a:cubicBezTo>
                <a:cubicBezTo>
                  <a:pt x="3" y="346"/>
                  <a:pt x="0" y="372"/>
                  <a:pt x="0" y="398"/>
                </a:cubicBezTo>
                <a:cubicBezTo>
                  <a:pt x="0" y="424"/>
                  <a:pt x="3" y="450"/>
                  <a:pt x="8" y="475"/>
                </a:cubicBezTo>
                <a:cubicBezTo>
                  <a:pt x="13" y="501"/>
                  <a:pt x="20" y="526"/>
                  <a:pt x="30" y="550"/>
                </a:cubicBezTo>
                <a:cubicBezTo>
                  <a:pt x="40" y="574"/>
                  <a:pt x="52" y="597"/>
                  <a:pt x="67" y="618"/>
                </a:cubicBezTo>
                <a:cubicBezTo>
                  <a:pt x="81" y="640"/>
                  <a:pt x="99" y="660"/>
                  <a:pt x="117" y="679"/>
                </a:cubicBezTo>
                <a:cubicBezTo>
                  <a:pt x="136" y="697"/>
                  <a:pt x="156" y="714"/>
                  <a:pt x="177" y="728"/>
                </a:cubicBezTo>
                <a:cubicBezTo>
                  <a:pt x="199" y="742"/>
                  <a:pt x="222" y="755"/>
                  <a:pt x="246" y="765"/>
                </a:cubicBezTo>
                <a:cubicBezTo>
                  <a:pt x="270" y="775"/>
                  <a:pt x="295" y="782"/>
                  <a:pt x="320" y="787"/>
                </a:cubicBezTo>
                <a:cubicBezTo>
                  <a:pt x="346" y="792"/>
                  <a:pt x="372" y="795"/>
                  <a:pt x="398" y="795"/>
                </a:cubicBezTo>
                <a:cubicBezTo>
                  <a:pt x="424" y="795"/>
                  <a:pt x="450" y="792"/>
                  <a:pt x="475" y="787"/>
                </a:cubicBezTo>
                <a:cubicBezTo>
                  <a:pt x="501" y="782"/>
                  <a:pt x="526" y="775"/>
                  <a:pt x="550" y="765"/>
                </a:cubicBezTo>
                <a:cubicBezTo>
                  <a:pt x="574" y="755"/>
                  <a:pt x="597" y="742"/>
                  <a:pt x="618" y="728"/>
                </a:cubicBezTo>
                <a:cubicBezTo>
                  <a:pt x="640" y="714"/>
                  <a:pt x="660" y="697"/>
                  <a:pt x="679" y="679"/>
                </a:cubicBezTo>
                <a:cubicBezTo>
                  <a:pt x="697" y="660"/>
                  <a:pt x="713" y="640"/>
                  <a:pt x="728" y="618"/>
                </a:cubicBezTo>
                <a:cubicBezTo>
                  <a:pt x="742" y="597"/>
                  <a:pt x="755" y="574"/>
                  <a:pt x="765" y="550"/>
                </a:cubicBezTo>
                <a:cubicBezTo>
                  <a:pt x="775" y="526"/>
                  <a:pt x="782" y="501"/>
                  <a:pt x="787" y="475"/>
                </a:cubicBezTo>
                <a:cubicBezTo>
                  <a:pt x="792" y="450"/>
                  <a:pt x="795" y="424"/>
                  <a:pt x="795" y="398"/>
                </a:cubicBezTo>
                <a:cubicBezTo>
                  <a:pt x="795" y="372"/>
                  <a:pt x="792" y="346"/>
                  <a:pt x="787" y="321"/>
                </a:cubicBezTo>
                <a:cubicBezTo>
                  <a:pt x="782" y="294"/>
                  <a:pt x="775" y="269"/>
                  <a:pt x="765" y="245"/>
                </a:cubicBezTo>
                <a:cubicBezTo>
                  <a:pt x="755" y="221"/>
                  <a:pt x="742" y="198"/>
                  <a:pt x="728" y="177"/>
                </a:cubicBezTo>
                <a:cubicBezTo>
                  <a:pt x="713" y="155"/>
                  <a:pt x="697" y="135"/>
                  <a:pt x="679" y="116"/>
                </a:cubicBezTo>
                <a:cubicBezTo>
                  <a:pt x="660" y="98"/>
                  <a:pt x="640" y="81"/>
                  <a:pt x="618" y="67"/>
                </a:cubicBezTo>
                <a:cubicBezTo>
                  <a:pt x="597" y="53"/>
                  <a:pt x="574" y="40"/>
                  <a:pt x="550" y="30"/>
                </a:cubicBezTo>
                <a:cubicBezTo>
                  <a:pt x="526" y="20"/>
                  <a:pt x="501" y="13"/>
                  <a:pt x="475" y="8"/>
                </a:cubicBezTo>
                <a:cubicBezTo>
                  <a:pt x="450" y="3"/>
                  <a:pt x="424" y="0"/>
                  <a:pt x="398" y="0"/>
                </a:cubicBezTo>
                <a:cubicBezTo>
                  <a:pt x="372" y="0"/>
                  <a:pt x="346" y="3"/>
                  <a:pt x="320" y="8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327320" y="2993760"/>
            <a:ext cx="41824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Trennung von Zustand, Logik und Darstellung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131320" y="2384280"/>
            <a:ext cx="13899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Erreichte Ziele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6507720" y="2707920"/>
            <a:ext cx="46432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Voll funktionsfahiger Prototyp mit 3 Routen · HTTP-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6517080" y="2993760"/>
            <a:ext cx="46260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Ladung der JSON-Daten · Interaktives SVG-Radar in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771480" y="3848040"/>
            <a:ext cx="5258160" cy="1876680"/>
          </a:xfrm>
          <a:custGeom>
            <a:avLst/>
            <a:gdLst/>
            <a:ahLst/>
            <a:rect l="0" t="0" r="r" b="b"/>
            <a:pathLst>
              <a:path w="14606" h="5213">
                <a:moveTo>
                  <a:pt x="0" y="5054"/>
                </a:moveTo>
                <a:lnTo>
                  <a:pt x="0" y="158"/>
                </a:lnTo>
                <a:cubicBezTo>
                  <a:pt x="0" y="137"/>
                  <a:pt x="2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1" y="0"/>
                  <a:pt x="105" y="0"/>
                </a:cubicBezTo>
                <a:lnTo>
                  <a:pt x="14447" y="0"/>
                </a:lnTo>
                <a:cubicBezTo>
                  <a:pt x="14457" y="0"/>
                  <a:pt x="14468" y="1"/>
                  <a:pt x="14478" y="3"/>
                </a:cubicBezTo>
                <a:cubicBezTo>
                  <a:pt x="14488" y="5"/>
                  <a:pt x="14498" y="8"/>
                  <a:pt x="14508" y="12"/>
                </a:cubicBezTo>
                <a:cubicBezTo>
                  <a:pt x="14517" y="16"/>
                  <a:pt x="14526" y="21"/>
                  <a:pt x="14535" y="26"/>
                </a:cubicBezTo>
                <a:cubicBezTo>
                  <a:pt x="14544" y="32"/>
                  <a:pt x="14552" y="39"/>
                  <a:pt x="14559" y="46"/>
                </a:cubicBezTo>
                <a:cubicBezTo>
                  <a:pt x="14566" y="54"/>
                  <a:pt x="14573" y="62"/>
                  <a:pt x="14579" y="70"/>
                </a:cubicBezTo>
                <a:cubicBezTo>
                  <a:pt x="14585" y="79"/>
                  <a:pt x="14590" y="88"/>
                  <a:pt x="14594" y="98"/>
                </a:cubicBezTo>
                <a:cubicBezTo>
                  <a:pt x="14598" y="107"/>
                  <a:pt x="14601" y="117"/>
                  <a:pt x="14603" y="127"/>
                </a:cubicBezTo>
                <a:cubicBezTo>
                  <a:pt x="14605" y="138"/>
                  <a:pt x="14606" y="148"/>
                  <a:pt x="14606" y="158"/>
                </a:cubicBezTo>
                <a:lnTo>
                  <a:pt x="14606" y="5054"/>
                </a:lnTo>
                <a:cubicBezTo>
                  <a:pt x="14606" y="5065"/>
                  <a:pt x="14605" y="5075"/>
                  <a:pt x="14603" y="5085"/>
                </a:cubicBezTo>
                <a:cubicBezTo>
                  <a:pt x="14601" y="5095"/>
                  <a:pt x="14598" y="5105"/>
                  <a:pt x="14594" y="5115"/>
                </a:cubicBezTo>
                <a:cubicBezTo>
                  <a:pt x="14590" y="5125"/>
                  <a:pt x="14585" y="5134"/>
                  <a:pt x="14579" y="5142"/>
                </a:cubicBezTo>
                <a:cubicBezTo>
                  <a:pt x="14573" y="5151"/>
                  <a:pt x="14566" y="5159"/>
                  <a:pt x="14559" y="5166"/>
                </a:cubicBezTo>
                <a:cubicBezTo>
                  <a:pt x="14552" y="5174"/>
                  <a:pt x="14544" y="5180"/>
                  <a:pt x="14535" y="5186"/>
                </a:cubicBezTo>
                <a:cubicBezTo>
                  <a:pt x="14526" y="5192"/>
                  <a:pt x="14517" y="5197"/>
                  <a:pt x="14508" y="5201"/>
                </a:cubicBezTo>
                <a:cubicBezTo>
                  <a:pt x="14498" y="5205"/>
                  <a:pt x="14488" y="5208"/>
                  <a:pt x="14478" y="5210"/>
                </a:cubicBezTo>
                <a:cubicBezTo>
                  <a:pt x="14468" y="5212"/>
                  <a:pt x="14457" y="5213"/>
                  <a:pt x="14447" y="5213"/>
                </a:cubicBezTo>
                <a:lnTo>
                  <a:pt x="105" y="5213"/>
                </a:lnTo>
                <a:cubicBezTo>
                  <a:pt x="91" y="5213"/>
                  <a:pt x="78" y="5209"/>
                  <a:pt x="65" y="5201"/>
                </a:cubicBezTo>
                <a:cubicBezTo>
                  <a:pt x="52" y="5193"/>
                  <a:pt x="41" y="5181"/>
                  <a:pt x="31" y="5166"/>
                </a:cubicBezTo>
                <a:cubicBezTo>
                  <a:pt x="21" y="5152"/>
                  <a:pt x="13" y="5134"/>
                  <a:pt x="8" y="5115"/>
                </a:cubicBezTo>
                <a:cubicBezTo>
                  <a:pt x="2" y="5096"/>
                  <a:pt x="0" y="5075"/>
                  <a:pt x="0" y="5054"/>
                </a:cubicBezTo>
                <a:close/>
              </a:path>
            </a:pathLst>
          </a:custGeom>
          <a:solidFill>
            <a:srgbClr val="F5F5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752400" y="3848040"/>
            <a:ext cx="57240" cy="1876680"/>
          </a:xfrm>
          <a:custGeom>
            <a:avLst/>
            <a:gdLst/>
            <a:ahLst/>
            <a:rect l="0" t="0" r="r" b="b"/>
            <a:pathLst>
              <a:path w="159" h="5213">
                <a:moveTo>
                  <a:pt x="0" y="0"/>
                </a:moveTo>
                <a:lnTo>
                  <a:pt x="159" y="0"/>
                </a:lnTo>
                <a:lnTo>
                  <a:pt x="159" y="5213"/>
                </a:lnTo>
                <a:lnTo>
                  <a:pt x="0" y="5213"/>
                </a:lnTo>
                <a:lnTo>
                  <a:pt x="0" y="0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3267720" y="4029480"/>
            <a:ext cx="285120" cy="285480"/>
          </a:xfrm>
          <a:custGeom>
            <a:avLst/>
            <a:gdLst/>
            <a:ahLst/>
            <a:rect l="0" t="0" r="r" b="b"/>
            <a:pathLst>
              <a:path w="792" h="793">
                <a:moveTo>
                  <a:pt x="435" y="80"/>
                </a:moveTo>
                <a:cubicBezTo>
                  <a:pt x="609" y="101"/>
                  <a:pt x="733" y="260"/>
                  <a:pt x="711" y="435"/>
                </a:cubicBezTo>
                <a:cubicBezTo>
                  <a:pt x="693" y="579"/>
                  <a:pt x="580" y="694"/>
                  <a:pt x="435" y="711"/>
                </a:cubicBezTo>
                <a:lnTo>
                  <a:pt x="435" y="790"/>
                </a:lnTo>
                <a:cubicBezTo>
                  <a:pt x="654" y="769"/>
                  <a:pt x="813" y="575"/>
                  <a:pt x="790" y="357"/>
                </a:cubicBezTo>
                <a:cubicBezTo>
                  <a:pt x="773" y="167"/>
                  <a:pt x="623" y="18"/>
                  <a:pt x="435" y="0"/>
                </a:cubicBezTo>
                <a:lnTo>
                  <a:pt x="435" y="80"/>
                </a:lnTo>
                <a:moveTo>
                  <a:pt x="356" y="1"/>
                </a:moveTo>
                <a:cubicBezTo>
                  <a:pt x="279" y="8"/>
                  <a:pt x="205" y="38"/>
                  <a:pt x="144" y="88"/>
                </a:cubicBezTo>
                <a:lnTo>
                  <a:pt x="201" y="147"/>
                </a:lnTo>
                <a:cubicBezTo>
                  <a:pt x="246" y="111"/>
                  <a:pt x="299" y="88"/>
                  <a:pt x="356" y="80"/>
                </a:cubicBezTo>
                <a:lnTo>
                  <a:pt x="356" y="1"/>
                </a:lnTo>
                <a:moveTo>
                  <a:pt x="88" y="144"/>
                </a:moveTo>
                <a:cubicBezTo>
                  <a:pt x="38" y="206"/>
                  <a:pt x="7" y="276"/>
                  <a:pt x="0" y="357"/>
                </a:cubicBezTo>
                <a:lnTo>
                  <a:pt x="80" y="357"/>
                </a:lnTo>
                <a:cubicBezTo>
                  <a:pt x="88" y="300"/>
                  <a:pt x="110" y="246"/>
                  <a:pt x="145" y="201"/>
                </a:cubicBezTo>
                <a:lnTo>
                  <a:pt x="88" y="144"/>
                </a:lnTo>
                <a:moveTo>
                  <a:pt x="534" y="256"/>
                </a:moveTo>
                <a:lnTo>
                  <a:pt x="341" y="451"/>
                </a:lnTo>
                <a:lnTo>
                  <a:pt x="257" y="367"/>
                </a:lnTo>
                <a:lnTo>
                  <a:pt x="215" y="409"/>
                </a:lnTo>
                <a:lnTo>
                  <a:pt x="341" y="535"/>
                </a:lnTo>
                <a:lnTo>
                  <a:pt x="577" y="299"/>
                </a:lnTo>
                <a:lnTo>
                  <a:pt x="534" y="256"/>
                </a:lnTo>
                <a:moveTo>
                  <a:pt x="0" y="436"/>
                </a:moveTo>
                <a:cubicBezTo>
                  <a:pt x="8" y="514"/>
                  <a:pt x="40" y="587"/>
                  <a:pt x="89" y="647"/>
                </a:cubicBezTo>
                <a:lnTo>
                  <a:pt x="145" y="591"/>
                </a:lnTo>
                <a:cubicBezTo>
                  <a:pt x="109" y="545"/>
                  <a:pt x="88" y="493"/>
                  <a:pt x="80" y="436"/>
                </a:cubicBezTo>
                <a:lnTo>
                  <a:pt x="0" y="436"/>
                </a:lnTo>
                <a:moveTo>
                  <a:pt x="201" y="649"/>
                </a:moveTo>
                <a:lnTo>
                  <a:pt x="144" y="703"/>
                </a:lnTo>
                <a:cubicBezTo>
                  <a:pt x="206" y="755"/>
                  <a:pt x="276" y="785"/>
                  <a:pt x="356" y="793"/>
                </a:cubicBezTo>
                <a:lnTo>
                  <a:pt x="356" y="714"/>
                </a:lnTo>
                <a:cubicBezTo>
                  <a:pt x="298" y="706"/>
                  <a:pt x="247" y="685"/>
                  <a:pt x="201" y="649"/>
                </a:cubicBez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468280" y="3288960"/>
            <a:ext cx="7106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Echtzeit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788920" y="4384440"/>
            <a:ext cx="12405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Optimierung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082520" y="4717800"/>
            <a:ext cx="46598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CSS-Styling aufwändiger · Fruher mit Datenstruktur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745280" y="5003640"/>
            <a:ext cx="33310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beginnen · Elm-Paketdokumentation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6181560" y="3848040"/>
            <a:ext cx="5267520" cy="1876680"/>
          </a:xfrm>
          <a:custGeom>
            <a:avLst/>
            <a:gdLst/>
            <a:ahLst/>
            <a:rect l="0" t="0" r="r" b="b"/>
            <a:pathLst>
              <a:path w="14632" h="5213">
                <a:moveTo>
                  <a:pt x="0" y="5054"/>
                </a:moveTo>
                <a:lnTo>
                  <a:pt x="0" y="158"/>
                </a:lnTo>
                <a:cubicBezTo>
                  <a:pt x="0" y="137"/>
                  <a:pt x="3" y="117"/>
                  <a:pt x="8" y="98"/>
                </a:cubicBezTo>
                <a:cubicBezTo>
                  <a:pt x="13" y="78"/>
                  <a:pt x="21" y="61"/>
                  <a:pt x="31" y="46"/>
                </a:cubicBezTo>
                <a:cubicBezTo>
                  <a:pt x="41" y="31"/>
                  <a:pt x="52" y="20"/>
                  <a:pt x="65" y="12"/>
                </a:cubicBezTo>
                <a:cubicBezTo>
                  <a:pt x="78" y="4"/>
                  <a:pt x="92" y="0"/>
                  <a:pt x="106" y="0"/>
                </a:cubicBezTo>
                <a:lnTo>
                  <a:pt x="14474" y="0"/>
                </a:lnTo>
                <a:cubicBezTo>
                  <a:pt x="14484" y="0"/>
                  <a:pt x="14494" y="1"/>
                  <a:pt x="14505" y="3"/>
                </a:cubicBezTo>
                <a:cubicBezTo>
                  <a:pt x="14515" y="5"/>
                  <a:pt x="14525" y="8"/>
                  <a:pt x="14534" y="12"/>
                </a:cubicBezTo>
                <a:cubicBezTo>
                  <a:pt x="14544" y="16"/>
                  <a:pt x="14553" y="21"/>
                  <a:pt x="14562" y="26"/>
                </a:cubicBezTo>
                <a:cubicBezTo>
                  <a:pt x="14571" y="32"/>
                  <a:pt x="14579" y="39"/>
                  <a:pt x="14586" y="46"/>
                </a:cubicBezTo>
                <a:cubicBezTo>
                  <a:pt x="14593" y="54"/>
                  <a:pt x="14600" y="62"/>
                  <a:pt x="14606" y="70"/>
                </a:cubicBezTo>
                <a:cubicBezTo>
                  <a:pt x="14611" y="79"/>
                  <a:pt x="14616" y="88"/>
                  <a:pt x="14620" y="98"/>
                </a:cubicBezTo>
                <a:cubicBezTo>
                  <a:pt x="14624" y="107"/>
                  <a:pt x="14627" y="117"/>
                  <a:pt x="14629" y="127"/>
                </a:cubicBezTo>
                <a:cubicBezTo>
                  <a:pt x="14631" y="138"/>
                  <a:pt x="14632" y="148"/>
                  <a:pt x="14632" y="158"/>
                </a:cubicBezTo>
                <a:lnTo>
                  <a:pt x="14632" y="5054"/>
                </a:lnTo>
                <a:cubicBezTo>
                  <a:pt x="14632" y="5065"/>
                  <a:pt x="14631" y="5075"/>
                  <a:pt x="14629" y="5085"/>
                </a:cubicBezTo>
                <a:cubicBezTo>
                  <a:pt x="14627" y="5095"/>
                  <a:pt x="14624" y="5105"/>
                  <a:pt x="14620" y="5115"/>
                </a:cubicBezTo>
                <a:cubicBezTo>
                  <a:pt x="14616" y="5125"/>
                  <a:pt x="14611" y="5134"/>
                  <a:pt x="14606" y="5142"/>
                </a:cubicBezTo>
                <a:cubicBezTo>
                  <a:pt x="14600" y="5151"/>
                  <a:pt x="14593" y="5159"/>
                  <a:pt x="14586" y="5166"/>
                </a:cubicBezTo>
                <a:cubicBezTo>
                  <a:pt x="14579" y="5174"/>
                  <a:pt x="14571" y="5180"/>
                  <a:pt x="14562" y="5186"/>
                </a:cubicBezTo>
                <a:cubicBezTo>
                  <a:pt x="14553" y="5192"/>
                  <a:pt x="14544" y="5197"/>
                  <a:pt x="14534" y="5201"/>
                </a:cubicBezTo>
                <a:cubicBezTo>
                  <a:pt x="14525" y="5205"/>
                  <a:pt x="14515" y="5208"/>
                  <a:pt x="14505" y="5210"/>
                </a:cubicBezTo>
                <a:cubicBezTo>
                  <a:pt x="14494" y="5212"/>
                  <a:pt x="14484" y="5213"/>
                  <a:pt x="14474" y="5213"/>
                </a:cubicBezTo>
                <a:lnTo>
                  <a:pt x="106" y="5213"/>
                </a:lnTo>
                <a:cubicBezTo>
                  <a:pt x="92" y="5213"/>
                  <a:pt x="78" y="5209"/>
                  <a:pt x="65" y="5201"/>
                </a:cubicBezTo>
                <a:cubicBezTo>
                  <a:pt x="52" y="5193"/>
                  <a:pt x="41" y="5181"/>
                  <a:pt x="31" y="5166"/>
                </a:cubicBezTo>
                <a:cubicBezTo>
                  <a:pt x="21" y="5152"/>
                  <a:pt x="13" y="5134"/>
                  <a:pt x="8" y="5115"/>
                </a:cubicBezTo>
                <a:cubicBezTo>
                  <a:pt x="3" y="5096"/>
                  <a:pt x="0" y="5075"/>
                  <a:pt x="0" y="5054"/>
                </a:cubicBezTo>
                <a:close/>
              </a:path>
            </a:pathLst>
          </a:custGeom>
          <a:solidFill>
            <a:srgbClr val="EFF5E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6162480" y="3848040"/>
            <a:ext cx="57600" cy="1876680"/>
          </a:xfrm>
          <a:custGeom>
            <a:avLst/>
            <a:gdLst/>
            <a:ahLst/>
            <a:rect l="0" t="0" r="r" b="b"/>
            <a:pathLst>
              <a:path w="160" h="5213">
                <a:moveTo>
                  <a:pt x="0" y="0"/>
                </a:moveTo>
                <a:lnTo>
                  <a:pt x="160" y="0"/>
                </a:lnTo>
                <a:lnTo>
                  <a:pt x="160" y="5213"/>
                </a:lnTo>
                <a:lnTo>
                  <a:pt x="0" y="5213"/>
                </a:lnTo>
                <a:lnTo>
                  <a:pt x="0" y="0"/>
                </a:lnTo>
                <a:close/>
              </a:path>
            </a:pathLst>
          </a:custGeom>
          <a:solidFill>
            <a:srgbClr val="9FBF4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8677080" y="408600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557" y="0"/>
                </a:moveTo>
                <a:lnTo>
                  <a:pt x="648" y="91"/>
                </a:lnTo>
                <a:lnTo>
                  <a:pt x="454" y="285"/>
                </a:lnTo>
                <a:lnTo>
                  <a:pt x="295" y="126"/>
                </a:lnTo>
                <a:lnTo>
                  <a:pt x="0" y="421"/>
                </a:lnTo>
                <a:lnTo>
                  <a:pt x="56" y="477"/>
                </a:lnTo>
                <a:lnTo>
                  <a:pt x="295" y="238"/>
                </a:lnTo>
                <a:lnTo>
                  <a:pt x="454" y="398"/>
                </a:lnTo>
                <a:lnTo>
                  <a:pt x="704" y="147"/>
                </a:lnTo>
                <a:lnTo>
                  <a:pt x="795" y="238"/>
                </a:lnTo>
                <a:lnTo>
                  <a:pt x="795" y="0"/>
                </a:lnTo>
                <a:lnTo>
                  <a:pt x="557" y="0"/>
                </a:lnTo>
                <a:close/>
              </a:path>
            </a:pathLst>
          </a:custGeom>
          <a:solidFill>
            <a:srgbClr val="295A9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2391480" y="5289480"/>
            <a:ext cx="204048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gewöhnungsbedürftig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8416080" y="4384440"/>
            <a:ext cx="8154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1" u="none" strike="noStrike">
                <a:solidFill>
                  <a:srgbClr val="295A97"/>
                </a:solidFill>
                <a:effectLst/>
                <a:uFillTx/>
                <a:latin typeface="NotoSans"/>
                <a:ea typeface="NotoSans"/>
              </a:rPr>
              <a:t>Ausblick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389640" y="4717800"/>
            <a:ext cx="48830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Wetter-API fur Vorschläge · Outﬁts als JSON speichern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005600" y="5003640"/>
            <a:ext cx="364896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20" b="0" u="none" strike="noStrik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· Filter nach Anlass (Uni, Party, Business)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285840" y="197640"/>
            <a:ext cx="256032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Martin-Luther-Universität Halle-Wittenberg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285840" y="6465240"/>
            <a:ext cx="1798200" cy="17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666666"/>
                </a:solidFill>
                <a:effectLst/>
                <a:uFillTx/>
                <a:latin typeface="NotoSans"/>
                <a:ea typeface="NotoSans"/>
              </a:rPr>
              <a:t>Grundlagen des WWW | SS-26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NotoSans"/>
                <a:ea typeface="NotoSans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